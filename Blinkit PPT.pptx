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1" r:id="rId1"/>
  </p:sldMasterIdLst>
  <p:sldIdLst>
    <p:sldId id="256" r:id="rId2"/>
    <p:sldId id="257" r:id="rId3"/>
    <p:sldId id="27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0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ADCB8D-1605-4A03-80EE-9AACA182004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22FADB9-9F93-4832-9F11-35242B2EED8E}">
      <dgm:prSet/>
      <dgm:spPr/>
      <dgm:t>
        <a:bodyPr/>
        <a:lstStyle/>
        <a:p>
          <a:r>
            <a:rPr lang="en-IN" b="1"/>
            <a:t>Power BI:</a:t>
          </a:r>
          <a:r>
            <a:rPr lang="en-IN"/>
            <a:t> For building interactive dashboards and reports</a:t>
          </a:r>
          <a:endParaRPr lang="en-US"/>
        </a:p>
      </dgm:t>
    </dgm:pt>
    <dgm:pt modelId="{BEBA10C5-91B8-475D-9257-4695392EAEBB}" type="parTrans" cxnId="{8E5B065E-ABA1-42DC-86CC-F12F7F4492EE}">
      <dgm:prSet/>
      <dgm:spPr/>
      <dgm:t>
        <a:bodyPr/>
        <a:lstStyle/>
        <a:p>
          <a:endParaRPr lang="en-US"/>
        </a:p>
      </dgm:t>
    </dgm:pt>
    <dgm:pt modelId="{06FB7729-72DF-400C-8A61-F83016173349}" type="sibTrans" cxnId="{8E5B065E-ABA1-42DC-86CC-F12F7F4492EE}">
      <dgm:prSet/>
      <dgm:spPr/>
      <dgm:t>
        <a:bodyPr/>
        <a:lstStyle/>
        <a:p>
          <a:endParaRPr lang="en-US"/>
        </a:p>
      </dgm:t>
    </dgm:pt>
    <dgm:pt modelId="{9D3B1120-0435-4FE8-80F3-F92F98C1F056}">
      <dgm:prSet/>
      <dgm:spPr/>
      <dgm:t>
        <a:bodyPr/>
        <a:lstStyle/>
        <a:p>
          <a:r>
            <a:rPr lang="en-IN" b="1"/>
            <a:t>DAX (Data Analysis Expressions):</a:t>
          </a:r>
          <a:r>
            <a:rPr lang="en-IN"/>
            <a:t> For calculating KPIs and advanced metrics</a:t>
          </a:r>
          <a:endParaRPr lang="en-US"/>
        </a:p>
      </dgm:t>
    </dgm:pt>
    <dgm:pt modelId="{1A44F4DE-7E13-45CA-8240-0B05F081A712}" type="parTrans" cxnId="{3DF650CB-9457-4EDE-A8C7-4C5F39971BEF}">
      <dgm:prSet/>
      <dgm:spPr/>
      <dgm:t>
        <a:bodyPr/>
        <a:lstStyle/>
        <a:p>
          <a:endParaRPr lang="en-US"/>
        </a:p>
      </dgm:t>
    </dgm:pt>
    <dgm:pt modelId="{E48366D4-D06E-429A-A0EE-D710E02FF4CD}" type="sibTrans" cxnId="{3DF650CB-9457-4EDE-A8C7-4C5F39971BEF}">
      <dgm:prSet/>
      <dgm:spPr/>
      <dgm:t>
        <a:bodyPr/>
        <a:lstStyle/>
        <a:p>
          <a:endParaRPr lang="en-US"/>
        </a:p>
      </dgm:t>
    </dgm:pt>
    <dgm:pt modelId="{83B23AE8-8D28-4460-99C3-FDCC47E9DFD4}">
      <dgm:prSet/>
      <dgm:spPr/>
      <dgm:t>
        <a:bodyPr/>
        <a:lstStyle/>
        <a:p>
          <a:r>
            <a:rPr lang="en-IN" b="1"/>
            <a:t>Excel / CSV Files:</a:t>
          </a:r>
          <a:r>
            <a:rPr lang="en-IN"/>
            <a:t> As the primary data source</a:t>
          </a:r>
          <a:endParaRPr lang="en-US"/>
        </a:p>
      </dgm:t>
    </dgm:pt>
    <dgm:pt modelId="{6C289245-113C-40A6-A5CA-7EC317B295DF}" type="parTrans" cxnId="{684C385D-CB04-499D-9E75-E191AD0C34FB}">
      <dgm:prSet/>
      <dgm:spPr/>
      <dgm:t>
        <a:bodyPr/>
        <a:lstStyle/>
        <a:p>
          <a:endParaRPr lang="en-US"/>
        </a:p>
      </dgm:t>
    </dgm:pt>
    <dgm:pt modelId="{B6D61825-B8E7-4165-ACEC-D50BD02FAACF}" type="sibTrans" cxnId="{684C385D-CB04-499D-9E75-E191AD0C34FB}">
      <dgm:prSet/>
      <dgm:spPr/>
      <dgm:t>
        <a:bodyPr/>
        <a:lstStyle/>
        <a:p>
          <a:endParaRPr lang="en-US"/>
        </a:p>
      </dgm:t>
    </dgm:pt>
    <dgm:pt modelId="{91A6CEE2-773C-4BF0-A62B-8E4DE6A24CB6}" type="pres">
      <dgm:prSet presAssocID="{4AADCB8D-1605-4A03-80EE-9AACA1820040}" presName="root" presStyleCnt="0">
        <dgm:presLayoutVars>
          <dgm:dir/>
          <dgm:resizeHandles val="exact"/>
        </dgm:presLayoutVars>
      </dgm:prSet>
      <dgm:spPr/>
    </dgm:pt>
    <dgm:pt modelId="{BDDFBA59-B95C-41F0-9288-AF0BE02C78DF}" type="pres">
      <dgm:prSet presAssocID="{022FADB9-9F93-4832-9F11-35242B2EED8E}" presName="compNode" presStyleCnt="0"/>
      <dgm:spPr/>
    </dgm:pt>
    <dgm:pt modelId="{EBE1E041-BAF8-46F2-8762-F65290681FC5}" type="pres">
      <dgm:prSet presAssocID="{022FADB9-9F93-4832-9F11-35242B2EED8E}" presName="bgRect" presStyleLbl="bgShp" presStyleIdx="0" presStyleCnt="3"/>
      <dgm:spPr/>
    </dgm:pt>
    <dgm:pt modelId="{C0260A2D-2B14-41F5-953B-18288837CC80}" type="pres">
      <dgm:prSet presAssocID="{022FADB9-9F93-4832-9F11-35242B2EED8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7FE4393-9C06-4B61-8999-83E7B559F54C}" type="pres">
      <dgm:prSet presAssocID="{022FADB9-9F93-4832-9F11-35242B2EED8E}" presName="spaceRect" presStyleCnt="0"/>
      <dgm:spPr/>
    </dgm:pt>
    <dgm:pt modelId="{19676A46-7F92-42F4-8586-EAD8937FA229}" type="pres">
      <dgm:prSet presAssocID="{022FADB9-9F93-4832-9F11-35242B2EED8E}" presName="parTx" presStyleLbl="revTx" presStyleIdx="0" presStyleCnt="3">
        <dgm:presLayoutVars>
          <dgm:chMax val="0"/>
          <dgm:chPref val="0"/>
        </dgm:presLayoutVars>
      </dgm:prSet>
      <dgm:spPr/>
    </dgm:pt>
    <dgm:pt modelId="{D73B638E-859C-439E-93C6-09BE6D465F42}" type="pres">
      <dgm:prSet presAssocID="{06FB7729-72DF-400C-8A61-F83016173349}" presName="sibTrans" presStyleCnt="0"/>
      <dgm:spPr/>
    </dgm:pt>
    <dgm:pt modelId="{1A305FE7-F5CA-4443-9678-1FB8DA656BD2}" type="pres">
      <dgm:prSet presAssocID="{9D3B1120-0435-4FE8-80F3-F92F98C1F056}" presName="compNode" presStyleCnt="0"/>
      <dgm:spPr/>
    </dgm:pt>
    <dgm:pt modelId="{9D44A538-0DC4-4198-8636-00B1251FFF98}" type="pres">
      <dgm:prSet presAssocID="{9D3B1120-0435-4FE8-80F3-F92F98C1F056}" presName="bgRect" presStyleLbl="bgShp" presStyleIdx="1" presStyleCnt="3"/>
      <dgm:spPr/>
    </dgm:pt>
    <dgm:pt modelId="{12275763-08A9-4B03-9817-44975F46D0B0}" type="pres">
      <dgm:prSet presAssocID="{9D3B1120-0435-4FE8-80F3-F92F98C1F05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50CB67C1-C9F4-4156-A6E4-C0B98AB4A016}" type="pres">
      <dgm:prSet presAssocID="{9D3B1120-0435-4FE8-80F3-F92F98C1F056}" presName="spaceRect" presStyleCnt="0"/>
      <dgm:spPr/>
    </dgm:pt>
    <dgm:pt modelId="{95904CF3-0A5B-4E8A-B403-AA6F81EFB02F}" type="pres">
      <dgm:prSet presAssocID="{9D3B1120-0435-4FE8-80F3-F92F98C1F056}" presName="parTx" presStyleLbl="revTx" presStyleIdx="1" presStyleCnt="3">
        <dgm:presLayoutVars>
          <dgm:chMax val="0"/>
          <dgm:chPref val="0"/>
        </dgm:presLayoutVars>
      </dgm:prSet>
      <dgm:spPr/>
    </dgm:pt>
    <dgm:pt modelId="{B9EDA5D4-45C4-46EA-9B50-872C5D332741}" type="pres">
      <dgm:prSet presAssocID="{E48366D4-D06E-429A-A0EE-D710E02FF4CD}" presName="sibTrans" presStyleCnt="0"/>
      <dgm:spPr/>
    </dgm:pt>
    <dgm:pt modelId="{D04CE432-1488-4D87-834F-3A3577B809F7}" type="pres">
      <dgm:prSet presAssocID="{83B23AE8-8D28-4460-99C3-FDCC47E9DFD4}" presName="compNode" presStyleCnt="0"/>
      <dgm:spPr/>
    </dgm:pt>
    <dgm:pt modelId="{7FD02F13-3B68-4241-A48C-CF0A168F620F}" type="pres">
      <dgm:prSet presAssocID="{83B23AE8-8D28-4460-99C3-FDCC47E9DFD4}" presName="bgRect" presStyleLbl="bgShp" presStyleIdx="2" presStyleCnt="3"/>
      <dgm:spPr/>
    </dgm:pt>
    <dgm:pt modelId="{18F510DC-86FA-42B9-831B-8CF10827D9E4}" type="pres">
      <dgm:prSet presAssocID="{83B23AE8-8D28-4460-99C3-FDCC47E9DFD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0188F02-5AB4-4091-911C-BE6DD9EB517A}" type="pres">
      <dgm:prSet presAssocID="{83B23AE8-8D28-4460-99C3-FDCC47E9DFD4}" presName="spaceRect" presStyleCnt="0"/>
      <dgm:spPr/>
    </dgm:pt>
    <dgm:pt modelId="{2055114C-1E0F-49B5-886E-8F06343BDC1D}" type="pres">
      <dgm:prSet presAssocID="{83B23AE8-8D28-4460-99C3-FDCC47E9DFD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FEC871B-A2B6-4BB0-A3E8-C65D5840EB45}" type="presOf" srcId="{022FADB9-9F93-4832-9F11-35242B2EED8E}" destId="{19676A46-7F92-42F4-8586-EAD8937FA229}" srcOrd="0" destOrd="0" presId="urn:microsoft.com/office/officeart/2018/2/layout/IconVerticalSolidList"/>
    <dgm:cxn modelId="{2C3B8029-1D01-42E9-84B1-1A35A8FD96F8}" type="presOf" srcId="{83B23AE8-8D28-4460-99C3-FDCC47E9DFD4}" destId="{2055114C-1E0F-49B5-886E-8F06343BDC1D}" srcOrd="0" destOrd="0" presId="urn:microsoft.com/office/officeart/2018/2/layout/IconVerticalSolidList"/>
    <dgm:cxn modelId="{684C385D-CB04-499D-9E75-E191AD0C34FB}" srcId="{4AADCB8D-1605-4A03-80EE-9AACA1820040}" destId="{83B23AE8-8D28-4460-99C3-FDCC47E9DFD4}" srcOrd="2" destOrd="0" parTransId="{6C289245-113C-40A6-A5CA-7EC317B295DF}" sibTransId="{B6D61825-B8E7-4165-ACEC-D50BD02FAACF}"/>
    <dgm:cxn modelId="{8E5B065E-ABA1-42DC-86CC-F12F7F4492EE}" srcId="{4AADCB8D-1605-4A03-80EE-9AACA1820040}" destId="{022FADB9-9F93-4832-9F11-35242B2EED8E}" srcOrd="0" destOrd="0" parTransId="{BEBA10C5-91B8-475D-9257-4695392EAEBB}" sibTransId="{06FB7729-72DF-400C-8A61-F83016173349}"/>
    <dgm:cxn modelId="{F9CC20B1-2129-48F4-8141-736D7D7276C0}" type="presOf" srcId="{4AADCB8D-1605-4A03-80EE-9AACA1820040}" destId="{91A6CEE2-773C-4BF0-A62B-8E4DE6A24CB6}" srcOrd="0" destOrd="0" presId="urn:microsoft.com/office/officeart/2018/2/layout/IconVerticalSolidList"/>
    <dgm:cxn modelId="{3DF650CB-9457-4EDE-A8C7-4C5F39971BEF}" srcId="{4AADCB8D-1605-4A03-80EE-9AACA1820040}" destId="{9D3B1120-0435-4FE8-80F3-F92F98C1F056}" srcOrd="1" destOrd="0" parTransId="{1A44F4DE-7E13-45CA-8240-0B05F081A712}" sibTransId="{E48366D4-D06E-429A-A0EE-D710E02FF4CD}"/>
    <dgm:cxn modelId="{D09212ED-50D4-4DD8-9B96-238C82419F7C}" type="presOf" srcId="{9D3B1120-0435-4FE8-80F3-F92F98C1F056}" destId="{95904CF3-0A5B-4E8A-B403-AA6F81EFB02F}" srcOrd="0" destOrd="0" presId="urn:microsoft.com/office/officeart/2018/2/layout/IconVerticalSolidList"/>
    <dgm:cxn modelId="{F100C7D8-7432-4A77-B2AA-902A1CD1EBE8}" type="presParOf" srcId="{91A6CEE2-773C-4BF0-A62B-8E4DE6A24CB6}" destId="{BDDFBA59-B95C-41F0-9288-AF0BE02C78DF}" srcOrd="0" destOrd="0" presId="urn:microsoft.com/office/officeart/2018/2/layout/IconVerticalSolidList"/>
    <dgm:cxn modelId="{B4B0B1AC-C886-48F0-BB0A-9827952E8AFD}" type="presParOf" srcId="{BDDFBA59-B95C-41F0-9288-AF0BE02C78DF}" destId="{EBE1E041-BAF8-46F2-8762-F65290681FC5}" srcOrd="0" destOrd="0" presId="urn:microsoft.com/office/officeart/2018/2/layout/IconVerticalSolidList"/>
    <dgm:cxn modelId="{833C0785-6151-468C-9D59-BE9116DA59FC}" type="presParOf" srcId="{BDDFBA59-B95C-41F0-9288-AF0BE02C78DF}" destId="{C0260A2D-2B14-41F5-953B-18288837CC80}" srcOrd="1" destOrd="0" presId="urn:microsoft.com/office/officeart/2018/2/layout/IconVerticalSolidList"/>
    <dgm:cxn modelId="{F170F523-BD50-4F33-9158-0E654C7CC6DF}" type="presParOf" srcId="{BDDFBA59-B95C-41F0-9288-AF0BE02C78DF}" destId="{17FE4393-9C06-4B61-8999-83E7B559F54C}" srcOrd="2" destOrd="0" presId="urn:microsoft.com/office/officeart/2018/2/layout/IconVerticalSolidList"/>
    <dgm:cxn modelId="{EC1F4AD8-5805-462F-9B8E-AA918FB7110D}" type="presParOf" srcId="{BDDFBA59-B95C-41F0-9288-AF0BE02C78DF}" destId="{19676A46-7F92-42F4-8586-EAD8937FA229}" srcOrd="3" destOrd="0" presId="urn:microsoft.com/office/officeart/2018/2/layout/IconVerticalSolidList"/>
    <dgm:cxn modelId="{9A63E534-983A-47A9-938E-9B524DC995EB}" type="presParOf" srcId="{91A6CEE2-773C-4BF0-A62B-8E4DE6A24CB6}" destId="{D73B638E-859C-439E-93C6-09BE6D465F42}" srcOrd="1" destOrd="0" presId="urn:microsoft.com/office/officeart/2018/2/layout/IconVerticalSolidList"/>
    <dgm:cxn modelId="{C8216EC9-7FDA-4559-B326-E5AF77A4A8C4}" type="presParOf" srcId="{91A6CEE2-773C-4BF0-A62B-8E4DE6A24CB6}" destId="{1A305FE7-F5CA-4443-9678-1FB8DA656BD2}" srcOrd="2" destOrd="0" presId="urn:microsoft.com/office/officeart/2018/2/layout/IconVerticalSolidList"/>
    <dgm:cxn modelId="{D88DD6A0-076A-47F1-BE65-47AF0E7AB884}" type="presParOf" srcId="{1A305FE7-F5CA-4443-9678-1FB8DA656BD2}" destId="{9D44A538-0DC4-4198-8636-00B1251FFF98}" srcOrd="0" destOrd="0" presId="urn:microsoft.com/office/officeart/2018/2/layout/IconVerticalSolidList"/>
    <dgm:cxn modelId="{09320420-5BEB-467E-B317-8ABF9E3FECC4}" type="presParOf" srcId="{1A305FE7-F5CA-4443-9678-1FB8DA656BD2}" destId="{12275763-08A9-4B03-9817-44975F46D0B0}" srcOrd="1" destOrd="0" presId="urn:microsoft.com/office/officeart/2018/2/layout/IconVerticalSolidList"/>
    <dgm:cxn modelId="{2877A78A-B2CF-4602-B882-F3647E510A49}" type="presParOf" srcId="{1A305FE7-F5CA-4443-9678-1FB8DA656BD2}" destId="{50CB67C1-C9F4-4156-A6E4-C0B98AB4A016}" srcOrd="2" destOrd="0" presId="urn:microsoft.com/office/officeart/2018/2/layout/IconVerticalSolidList"/>
    <dgm:cxn modelId="{6FC9932C-B726-4129-B3F8-7AA7E49BE07E}" type="presParOf" srcId="{1A305FE7-F5CA-4443-9678-1FB8DA656BD2}" destId="{95904CF3-0A5B-4E8A-B403-AA6F81EFB02F}" srcOrd="3" destOrd="0" presId="urn:microsoft.com/office/officeart/2018/2/layout/IconVerticalSolidList"/>
    <dgm:cxn modelId="{676B46C2-9A4F-479B-BA17-7A35D0A6FB7B}" type="presParOf" srcId="{91A6CEE2-773C-4BF0-A62B-8E4DE6A24CB6}" destId="{B9EDA5D4-45C4-46EA-9B50-872C5D332741}" srcOrd="3" destOrd="0" presId="urn:microsoft.com/office/officeart/2018/2/layout/IconVerticalSolidList"/>
    <dgm:cxn modelId="{4D1C8E68-0541-407C-8A3E-0D8B4D86C54C}" type="presParOf" srcId="{91A6CEE2-773C-4BF0-A62B-8E4DE6A24CB6}" destId="{D04CE432-1488-4D87-834F-3A3577B809F7}" srcOrd="4" destOrd="0" presId="urn:microsoft.com/office/officeart/2018/2/layout/IconVerticalSolidList"/>
    <dgm:cxn modelId="{7A79FA46-99A1-43F3-ABA4-1C084FF6767F}" type="presParOf" srcId="{D04CE432-1488-4D87-834F-3A3577B809F7}" destId="{7FD02F13-3B68-4241-A48C-CF0A168F620F}" srcOrd="0" destOrd="0" presId="urn:microsoft.com/office/officeart/2018/2/layout/IconVerticalSolidList"/>
    <dgm:cxn modelId="{98DE79AB-B89B-4660-9013-6C1C8D60A17A}" type="presParOf" srcId="{D04CE432-1488-4D87-834F-3A3577B809F7}" destId="{18F510DC-86FA-42B9-831B-8CF10827D9E4}" srcOrd="1" destOrd="0" presId="urn:microsoft.com/office/officeart/2018/2/layout/IconVerticalSolidList"/>
    <dgm:cxn modelId="{B58C987E-8C27-4DF5-9933-8AA30DDD0253}" type="presParOf" srcId="{D04CE432-1488-4D87-834F-3A3577B809F7}" destId="{A0188F02-5AB4-4091-911C-BE6DD9EB517A}" srcOrd="2" destOrd="0" presId="urn:microsoft.com/office/officeart/2018/2/layout/IconVerticalSolidList"/>
    <dgm:cxn modelId="{393A4E90-D623-4728-B045-7D2EB0D2CA93}" type="presParOf" srcId="{D04CE432-1488-4D87-834F-3A3577B809F7}" destId="{2055114C-1E0F-49B5-886E-8F06343BDC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E1E041-BAF8-46F2-8762-F65290681FC5}">
      <dsp:nvSpPr>
        <dsp:cNvPr id="0" name=""/>
        <dsp:cNvSpPr/>
      </dsp:nvSpPr>
      <dsp:spPr>
        <a:xfrm>
          <a:off x="0" y="540"/>
          <a:ext cx="9810750" cy="126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260A2D-2B14-41F5-953B-18288837CC80}">
      <dsp:nvSpPr>
        <dsp:cNvPr id="0" name=""/>
        <dsp:cNvSpPr/>
      </dsp:nvSpPr>
      <dsp:spPr>
        <a:xfrm>
          <a:off x="382709" y="285200"/>
          <a:ext cx="695835" cy="695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76A46-7F92-42F4-8586-EAD8937FA229}">
      <dsp:nvSpPr>
        <dsp:cNvPr id="0" name=""/>
        <dsp:cNvSpPr/>
      </dsp:nvSpPr>
      <dsp:spPr>
        <a:xfrm>
          <a:off x="1461254" y="540"/>
          <a:ext cx="8349495" cy="126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896" tIns="133896" rIns="133896" bIns="13389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Power BI:</a:t>
          </a:r>
          <a:r>
            <a:rPr lang="en-IN" sz="2500" kern="1200"/>
            <a:t> For building interactive dashboards and reports</a:t>
          </a:r>
          <a:endParaRPr lang="en-US" sz="2500" kern="1200"/>
        </a:p>
      </dsp:txBody>
      <dsp:txXfrm>
        <a:off x="1461254" y="540"/>
        <a:ext cx="8349495" cy="1265155"/>
      </dsp:txXfrm>
    </dsp:sp>
    <dsp:sp modelId="{9D44A538-0DC4-4198-8636-00B1251FFF98}">
      <dsp:nvSpPr>
        <dsp:cNvPr id="0" name=""/>
        <dsp:cNvSpPr/>
      </dsp:nvSpPr>
      <dsp:spPr>
        <a:xfrm>
          <a:off x="0" y="1581984"/>
          <a:ext cx="9810750" cy="126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275763-08A9-4B03-9817-44975F46D0B0}">
      <dsp:nvSpPr>
        <dsp:cNvPr id="0" name=""/>
        <dsp:cNvSpPr/>
      </dsp:nvSpPr>
      <dsp:spPr>
        <a:xfrm>
          <a:off x="382709" y="1866644"/>
          <a:ext cx="695835" cy="695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04CF3-0A5B-4E8A-B403-AA6F81EFB02F}">
      <dsp:nvSpPr>
        <dsp:cNvPr id="0" name=""/>
        <dsp:cNvSpPr/>
      </dsp:nvSpPr>
      <dsp:spPr>
        <a:xfrm>
          <a:off x="1461254" y="1581984"/>
          <a:ext cx="8349495" cy="126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896" tIns="133896" rIns="133896" bIns="13389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DAX (Data Analysis Expressions):</a:t>
          </a:r>
          <a:r>
            <a:rPr lang="en-IN" sz="2500" kern="1200"/>
            <a:t> For calculating KPIs and advanced metrics</a:t>
          </a:r>
          <a:endParaRPr lang="en-US" sz="2500" kern="1200"/>
        </a:p>
      </dsp:txBody>
      <dsp:txXfrm>
        <a:off x="1461254" y="1581984"/>
        <a:ext cx="8349495" cy="1265155"/>
      </dsp:txXfrm>
    </dsp:sp>
    <dsp:sp modelId="{7FD02F13-3B68-4241-A48C-CF0A168F620F}">
      <dsp:nvSpPr>
        <dsp:cNvPr id="0" name=""/>
        <dsp:cNvSpPr/>
      </dsp:nvSpPr>
      <dsp:spPr>
        <a:xfrm>
          <a:off x="0" y="3163429"/>
          <a:ext cx="9810750" cy="126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510DC-86FA-42B9-831B-8CF10827D9E4}">
      <dsp:nvSpPr>
        <dsp:cNvPr id="0" name=""/>
        <dsp:cNvSpPr/>
      </dsp:nvSpPr>
      <dsp:spPr>
        <a:xfrm>
          <a:off x="382709" y="3448088"/>
          <a:ext cx="695835" cy="695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5114C-1E0F-49B5-886E-8F06343BDC1D}">
      <dsp:nvSpPr>
        <dsp:cNvPr id="0" name=""/>
        <dsp:cNvSpPr/>
      </dsp:nvSpPr>
      <dsp:spPr>
        <a:xfrm>
          <a:off x="1461254" y="3163429"/>
          <a:ext cx="8349495" cy="126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896" tIns="133896" rIns="133896" bIns="13389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Excel / CSV Files:</a:t>
          </a:r>
          <a:r>
            <a:rPr lang="en-IN" sz="2500" kern="1200"/>
            <a:t> As the primary data source</a:t>
          </a:r>
          <a:endParaRPr lang="en-US" sz="2500" kern="1200"/>
        </a:p>
      </dsp:txBody>
      <dsp:txXfrm>
        <a:off x="1461254" y="3163429"/>
        <a:ext cx="8349495" cy="12651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July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9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July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8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July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3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July 22,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63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July 22,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019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July 22,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9653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July 22,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33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July 22,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8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July 22,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July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620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July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2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July 22, 2026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549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60" r:id="rId7"/>
    <p:sldLayoutId id="2147483856" r:id="rId8"/>
    <p:sldLayoutId id="2147483857" r:id="rId9"/>
    <p:sldLayoutId id="2147483858" r:id="rId10"/>
    <p:sldLayoutId id="2147483859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78E81931-EC11-4433-BB7B-ED42BAA24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35BC353-549C-47DC-9732-7E6961372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E52F1E-6430-FDFE-06C2-BF0E8E209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-102434"/>
            <a:ext cx="12191980" cy="8143369"/>
          </a:xfrm>
          <a:custGeom>
            <a:avLst/>
            <a:gdLst/>
            <a:ahLst/>
            <a:cxnLst/>
            <a:rect l="l" t="t" r="r" b="b"/>
            <a:pathLst>
              <a:path w="12192000" h="6858002">
                <a:moveTo>
                  <a:pt x="5307101" y="6857999"/>
                </a:moveTo>
                <a:lnTo>
                  <a:pt x="12192000" y="6857999"/>
                </a:lnTo>
                <a:lnTo>
                  <a:pt x="12192000" y="6858002"/>
                </a:lnTo>
                <a:lnTo>
                  <a:pt x="5307088" y="685800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277972"/>
                </a:lnTo>
                <a:lnTo>
                  <a:pt x="12152890" y="6290206"/>
                </a:lnTo>
                <a:cubicBezTo>
                  <a:pt x="12105395" y="6304478"/>
                  <a:pt x="12054092" y="6317152"/>
                  <a:pt x="12009354" y="6315664"/>
                </a:cubicBezTo>
                <a:cubicBezTo>
                  <a:pt x="11994503" y="6311032"/>
                  <a:pt x="11985943" y="6310638"/>
                  <a:pt x="11978968" y="6319390"/>
                </a:cubicBezTo>
                <a:cubicBezTo>
                  <a:pt x="11941764" y="6318961"/>
                  <a:pt x="11901790" y="6339612"/>
                  <a:pt x="11878895" y="6327233"/>
                </a:cubicBezTo>
                <a:cubicBezTo>
                  <a:pt x="11878918" y="6346592"/>
                  <a:pt x="11826486" y="6319151"/>
                  <a:pt x="11814979" y="6337141"/>
                </a:cubicBezTo>
                <a:cubicBezTo>
                  <a:pt x="11820607" y="6367517"/>
                  <a:pt x="11727668" y="6353622"/>
                  <a:pt x="11687508" y="6364470"/>
                </a:cubicBezTo>
                <a:cubicBezTo>
                  <a:pt x="11692944" y="6381370"/>
                  <a:pt x="11638976" y="6383664"/>
                  <a:pt x="11672002" y="6397904"/>
                </a:cubicBezTo>
                <a:cubicBezTo>
                  <a:pt x="11645814" y="6406115"/>
                  <a:pt x="11642999" y="6389784"/>
                  <a:pt x="11629894" y="6384496"/>
                </a:cubicBezTo>
                <a:cubicBezTo>
                  <a:pt x="11597582" y="6386755"/>
                  <a:pt x="11602281" y="6372208"/>
                  <a:pt x="11597728" y="6361596"/>
                </a:cubicBezTo>
                <a:cubicBezTo>
                  <a:pt x="11567716" y="6387703"/>
                  <a:pt x="11505156" y="6361750"/>
                  <a:pt x="11448211" y="6357842"/>
                </a:cubicBezTo>
                <a:cubicBezTo>
                  <a:pt x="11414499" y="6357897"/>
                  <a:pt x="11370196" y="6408532"/>
                  <a:pt x="11336630" y="6383021"/>
                </a:cubicBezTo>
                <a:cubicBezTo>
                  <a:pt x="11316728" y="6389671"/>
                  <a:pt x="11284212" y="6365546"/>
                  <a:pt x="11267820" y="6388199"/>
                </a:cubicBezTo>
                <a:cubicBezTo>
                  <a:pt x="11215412" y="6380118"/>
                  <a:pt x="11199532" y="6391497"/>
                  <a:pt x="11153755" y="6378749"/>
                </a:cubicBezTo>
                <a:cubicBezTo>
                  <a:pt x="11097684" y="6376473"/>
                  <a:pt x="11142086" y="6407848"/>
                  <a:pt x="11063998" y="6397440"/>
                </a:cubicBezTo>
                <a:cubicBezTo>
                  <a:pt x="11028900" y="6406581"/>
                  <a:pt x="10989384" y="6411343"/>
                  <a:pt x="10949261" y="6411271"/>
                </a:cubicBezTo>
                <a:cubicBezTo>
                  <a:pt x="10946808" y="6404413"/>
                  <a:pt x="10928478" y="6413021"/>
                  <a:pt x="10920620" y="6414504"/>
                </a:cubicBezTo>
                <a:cubicBezTo>
                  <a:pt x="10921840" y="6410173"/>
                  <a:pt x="10906289" y="6407257"/>
                  <a:pt x="10899483" y="6410536"/>
                </a:cubicBezTo>
                <a:cubicBezTo>
                  <a:pt x="10774259" y="6419728"/>
                  <a:pt x="10854212" y="6382839"/>
                  <a:pt x="10774590" y="6403309"/>
                </a:cubicBezTo>
                <a:cubicBezTo>
                  <a:pt x="10724638" y="6405843"/>
                  <a:pt x="10739599" y="6355991"/>
                  <a:pt x="10682861" y="6377814"/>
                </a:cubicBezTo>
                <a:cubicBezTo>
                  <a:pt x="10622947" y="6375380"/>
                  <a:pt x="10589912" y="6355504"/>
                  <a:pt x="10530714" y="6366548"/>
                </a:cubicBezTo>
                <a:cubicBezTo>
                  <a:pt x="10474643" y="6364190"/>
                  <a:pt x="10428348" y="6354710"/>
                  <a:pt x="10379097" y="6358630"/>
                </a:cubicBezTo>
                <a:cubicBezTo>
                  <a:pt x="10361622" y="6351880"/>
                  <a:pt x="10344151" y="6348805"/>
                  <a:pt x="10323727" y="6357333"/>
                </a:cubicBezTo>
                <a:cubicBezTo>
                  <a:pt x="10272196" y="6352518"/>
                  <a:pt x="10263446" y="6339056"/>
                  <a:pt x="10227126" y="6348100"/>
                </a:cubicBezTo>
                <a:cubicBezTo>
                  <a:pt x="10196351" y="6318664"/>
                  <a:pt x="10199174" y="6342674"/>
                  <a:pt x="10163542" y="6343141"/>
                </a:cubicBezTo>
                <a:cubicBezTo>
                  <a:pt x="10134376" y="6345476"/>
                  <a:pt x="10177885" y="6359944"/>
                  <a:pt x="10151161" y="6358763"/>
                </a:cubicBezTo>
                <a:cubicBezTo>
                  <a:pt x="10126522" y="6349492"/>
                  <a:pt x="10117113" y="6369683"/>
                  <a:pt x="10092125" y="6358861"/>
                </a:cubicBezTo>
                <a:cubicBezTo>
                  <a:pt x="10107302" y="6344459"/>
                  <a:pt x="10032910" y="6356018"/>
                  <a:pt x="10037958" y="6342614"/>
                </a:cubicBezTo>
                <a:cubicBezTo>
                  <a:pt x="10003046" y="6359008"/>
                  <a:pt x="10003017" y="6334504"/>
                  <a:pt x="9966866" y="6337014"/>
                </a:cubicBezTo>
                <a:cubicBezTo>
                  <a:pt x="9947485" y="6342600"/>
                  <a:pt x="9935606" y="6342702"/>
                  <a:pt x="9924418" y="6333490"/>
                </a:cubicBezTo>
                <a:cubicBezTo>
                  <a:pt x="9834150" y="6361084"/>
                  <a:pt x="9880223" y="6330704"/>
                  <a:pt x="9806001" y="6337361"/>
                </a:cubicBezTo>
                <a:cubicBezTo>
                  <a:pt x="9740686" y="6345638"/>
                  <a:pt x="9670300" y="6348205"/>
                  <a:pt x="9596449" y="6376180"/>
                </a:cubicBezTo>
                <a:cubicBezTo>
                  <a:pt x="9581101" y="6384665"/>
                  <a:pt x="9553986" y="6385744"/>
                  <a:pt x="9535890" y="6378590"/>
                </a:cubicBezTo>
                <a:cubicBezTo>
                  <a:pt x="9532775" y="6377359"/>
                  <a:pt x="9530052" y="6375925"/>
                  <a:pt x="9527805" y="6374334"/>
                </a:cubicBezTo>
                <a:cubicBezTo>
                  <a:pt x="9481894" y="6394749"/>
                  <a:pt x="9464762" y="6381055"/>
                  <a:pt x="9441373" y="6395633"/>
                </a:cubicBezTo>
                <a:cubicBezTo>
                  <a:pt x="9381290" y="6397202"/>
                  <a:pt x="9341618" y="6377583"/>
                  <a:pt x="9320149" y="6390280"/>
                </a:cubicBezTo>
                <a:cubicBezTo>
                  <a:pt x="9291150" y="6386896"/>
                  <a:pt x="9257768" y="6367103"/>
                  <a:pt x="9229488" y="6380382"/>
                </a:cubicBezTo>
                <a:cubicBezTo>
                  <a:pt x="9230007" y="6377216"/>
                  <a:pt x="9227921" y="6376045"/>
                  <a:pt x="9224285" y="6375920"/>
                </a:cubicBezTo>
                <a:lnTo>
                  <a:pt x="9217537" y="6376762"/>
                </a:lnTo>
                <a:lnTo>
                  <a:pt x="9214728" y="6381637"/>
                </a:lnTo>
                <a:cubicBezTo>
                  <a:pt x="9202170" y="6398803"/>
                  <a:pt x="9191484" y="6381138"/>
                  <a:pt x="9161049" y="6384539"/>
                </a:cubicBezTo>
                <a:cubicBezTo>
                  <a:pt x="9146336" y="6385184"/>
                  <a:pt x="9147761" y="6380673"/>
                  <a:pt x="9149697" y="6376552"/>
                </a:cubicBezTo>
                <a:lnTo>
                  <a:pt x="9150803" y="6372240"/>
                </a:lnTo>
                <a:lnTo>
                  <a:pt x="9141448" y="6372359"/>
                </a:lnTo>
                <a:lnTo>
                  <a:pt x="9137486" y="6372055"/>
                </a:lnTo>
                <a:lnTo>
                  <a:pt x="9126952" y="6375163"/>
                </a:lnTo>
                <a:cubicBezTo>
                  <a:pt x="9117353" y="6375502"/>
                  <a:pt x="9107828" y="6372135"/>
                  <a:pt x="9098334" y="6372861"/>
                </a:cubicBezTo>
                <a:cubicBezTo>
                  <a:pt x="9093587" y="6373224"/>
                  <a:pt x="9088847" y="6374610"/>
                  <a:pt x="9084110" y="6377995"/>
                </a:cubicBezTo>
                <a:cubicBezTo>
                  <a:pt x="9105864" y="6390113"/>
                  <a:pt x="9028073" y="6387966"/>
                  <a:pt x="9039515" y="6400351"/>
                </a:cubicBezTo>
                <a:cubicBezTo>
                  <a:pt x="8997651" y="6388705"/>
                  <a:pt x="9009590" y="6412472"/>
                  <a:pt x="8973305" y="6414442"/>
                </a:cubicBezTo>
                <a:cubicBezTo>
                  <a:pt x="8951781" y="6411385"/>
                  <a:pt x="8940212" y="6412734"/>
                  <a:pt x="8933861" y="6423031"/>
                </a:cubicBezTo>
                <a:cubicBezTo>
                  <a:pt x="8832841" y="6407267"/>
                  <a:pt x="8892362" y="6431116"/>
                  <a:pt x="8817130" y="6433703"/>
                </a:cubicBezTo>
                <a:cubicBezTo>
                  <a:pt x="8749745" y="6433633"/>
                  <a:pt x="8680232" y="6439719"/>
                  <a:pt x="8594947" y="6421586"/>
                </a:cubicBezTo>
                <a:cubicBezTo>
                  <a:pt x="8575919" y="6415227"/>
                  <a:pt x="8549096" y="6417484"/>
                  <a:pt x="8535041" y="6426626"/>
                </a:cubicBezTo>
                <a:cubicBezTo>
                  <a:pt x="8532621" y="6428200"/>
                  <a:pt x="8530681" y="6429922"/>
                  <a:pt x="8529279" y="6431739"/>
                </a:cubicBezTo>
                <a:cubicBezTo>
                  <a:pt x="8474783" y="6417534"/>
                  <a:pt x="8464858" y="6432901"/>
                  <a:pt x="8435056" y="6421613"/>
                </a:cubicBezTo>
                <a:cubicBezTo>
                  <a:pt x="8376022" y="6427411"/>
                  <a:pt x="8347129" y="6451271"/>
                  <a:pt x="8320108" y="6441573"/>
                </a:cubicBezTo>
                <a:cubicBezTo>
                  <a:pt x="8293638" y="6448387"/>
                  <a:pt x="8270932" y="6471649"/>
                  <a:pt x="8237020" y="6462216"/>
                </a:cubicBezTo>
                <a:cubicBezTo>
                  <a:pt x="8245222" y="6474245"/>
                  <a:pt x="8197387" y="6460392"/>
                  <a:pt x="8188860" y="6471379"/>
                </a:cubicBezTo>
                <a:cubicBezTo>
                  <a:pt x="8184024" y="6480393"/>
                  <a:pt x="8168383" y="6478291"/>
                  <a:pt x="8155558" y="6480722"/>
                </a:cubicBezTo>
                <a:cubicBezTo>
                  <a:pt x="8144819" y="6489457"/>
                  <a:pt x="8082218" y="6493172"/>
                  <a:pt x="8061412" y="6490111"/>
                </a:cubicBezTo>
                <a:cubicBezTo>
                  <a:pt x="8004043" y="6475925"/>
                  <a:pt x="7947523" y="6510024"/>
                  <a:pt x="7901437" y="6499659"/>
                </a:cubicBezTo>
                <a:cubicBezTo>
                  <a:pt x="7888774" y="6499544"/>
                  <a:pt x="7877960" y="6500846"/>
                  <a:pt x="7868353" y="6503024"/>
                </a:cubicBezTo>
                <a:lnTo>
                  <a:pt x="7843779" y="6511212"/>
                </a:lnTo>
                <a:lnTo>
                  <a:pt x="7841448" y="6517728"/>
                </a:lnTo>
                <a:lnTo>
                  <a:pt x="7823871" y="6520429"/>
                </a:lnTo>
                <a:lnTo>
                  <a:pt x="7820005" y="6522254"/>
                </a:lnTo>
                <a:cubicBezTo>
                  <a:pt x="7812641" y="6525763"/>
                  <a:pt x="7805193" y="6529063"/>
                  <a:pt x="7797020" y="6531612"/>
                </a:cubicBezTo>
                <a:cubicBezTo>
                  <a:pt x="7782159" y="6505259"/>
                  <a:pt x="7725050" y="6548941"/>
                  <a:pt x="7727879" y="6524102"/>
                </a:cubicBezTo>
                <a:cubicBezTo>
                  <a:pt x="7680386" y="6533519"/>
                  <a:pt x="7695538" y="6507405"/>
                  <a:pt x="7659324" y="6537474"/>
                </a:cubicBezTo>
                <a:cubicBezTo>
                  <a:pt x="7566636" y="6535069"/>
                  <a:pt x="7462452" y="6568928"/>
                  <a:pt x="7374068" y="6552862"/>
                </a:cubicBezTo>
                <a:cubicBezTo>
                  <a:pt x="7393454" y="6562410"/>
                  <a:pt x="7373124" y="6578225"/>
                  <a:pt x="7346163" y="6577609"/>
                </a:cubicBezTo>
                <a:cubicBezTo>
                  <a:pt x="7419349" y="6615756"/>
                  <a:pt x="7219942" y="6557562"/>
                  <a:pt x="7235023" y="6591880"/>
                </a:cubicBezTo>
                <a:cubicBezTo>
                  <a:pt x="7203144" y="6564271"/>
                  <a:pt x="7057485" y="6539224"/>
                  <a:pt x="7039074" y="6572474"/>
                </a:cubicBezTo>
                <a:cubicBezTo>
                  <a:pt x="6966094" y="6582775"/>
                  <a:pt x="6893201" y="6571018"/>
                  <a:pt x="6833428" y="6596853"/>
                </a:cubicBezTo>
                <a:cubicBezTo>
                  <a:pt x="6827113" y="6593647"/>
                  <a:pt x="6820080" y="6591377"/>
                  <a:pt x="6812583" y="6589775"/>
                </a:cubicBezTo>
                <a:lnTo>
                  <a:pt x="6790242" y="6586880"/>
                </a:lnTo>
                <a:lnTo>
                  <a:pt x="6787846" y="6588046"/>
                </a:lnTo>
                <a:cubicBezTo>
                  <a:pt x="6776461" y="6590858"/>
                  <a:pt x="6768832" y="6590687"/>
                  <a:pt x="6762881" y="6589201"/>
                </a:cubicBezTo>
                <a:lnTo>
                  <a:pt x="6756732" y="6586412"/>
                </a:lnTo>
                <a:lnTo>
                  <a:pt x="6739390" y="6586250"/>
                </a:lnTo>
                <a:lnTo>
                  <a:pt x="6704653" y="6583365"/>
                </a:lnTo>
                <a:lnTo>
                  <a:pt x="6698694" y="6585233"/>
                </a:lnTo>
                <a:lnTo>
                  <a:pt x="6647142" y="6584630"/>
                </a:lnTo>
                <a:lnTo>
                  <a:pt x="6646688" y="6585765"/>
                </a:lnTo>
                <a:cubicBezTo>
                  <a:pt x="6644494" y="6588296"/>
                  <a:pt x="6640660" y="6590137"/>
                  <a:pt x="6633278" y="6590589"/>
                </a:cubicBezTo>
                <a:cubicBezTo>
                  <a:pt x="6648367" y="6606646"/>
                  <a:pt x="6630160" y="6597288"/>
                  <a:pt x="6607065" y="6597202"/>
                </a:cubicBezTo>
                <a:cubicBezTo>
                  <a:pt x="6625347" y="6622121"/>
                  <a:pt x="6557475" y="6611760"/>
                  <a:pt x="6549804" y="6626596"/>
                </a:cubicBezTo>
                <a:cubicBezTo>
                  <a:pt x="6532425" y="6625972"/>
                  <a:pt x="6514382" y="6625766"/>
                  <a:pt x="6496083" y="6626095"/>
                </a:cubicBezTo>
                <a:lnTo>
                  <a:pt x="6485389" y="6626617"/>
                </a:lnTo>
                <a:lnTo>
                  <a:pt x="6485223" y="6626886"/>
                </a:lnTo>
                <a:cubicBezTo>
                  <a:pt x="6483001" y="6627550"/>
                  <a:pt x="6479520" y="6627927"/>
                  <a:pt x="6474035" y="6627950"/>
                </a:cubicBezTo>
                <a:lnTo>
                  <a:pt x="6465888" y="6627571"/>
                </a:lnTo>
                <a:lnTo>
                  <a:pt x="6445139" y="6628585"/>
                </a:lnTo>
                <a:lnTo>
                  <a:pt x="6438312" y="6630646"/>
                </a:lnTo>
                <a:cubicBezTo>
                  <a:pt x="6417397" y="6642787"/>
                  <a:pt x="6447851" y="6675286"/>
                  <a:pt x="6392168" y="6665569"/>
                </a:cubicBezTo>
                <a:cubicBezTo>
                  <a:pt x="6343510" y="6677589"/>
                  <a:pt x="6330169" y="6701494"/>
                  <a:pt x="6272304" y="6700835"/>
                </a:cubicBezTo>
                <a:cubicBezTo>
                  <a:pt x="6226827" y="6712160"/>
                  <a:pt x="6194756" y="6728533"/>
                  <a:pt x="6150447" y="6732895"/>
                </a:cubicBezTo>
                <a:cubicBezTo>
                  <a:pt x="6140653" y="6742032"/>
                  <a:pt x="6128186" y="6747742"/>
                  <a:pt x="6104787" y="6743117"/>
                </a:cubicBezTo>
                <a:cubicBezTo>
                  <a:pt x="6064916" y="6755994"/>
                  <a:pt x="6067350" y="6769968"/>
                  <a:pt x="6030197" y="6767449"/>
                </a:cubicBezTo>
                <a:cubicBezTo>
                  <a:pt x="6025714" y="6799897"/>
                  <a:pt x="6010615" y="6777056"/>
                  <a:pt x="5980285" y="6782421"/>
                </a:cubicBezTo>
                <a:cubicBezTo>
                  <a:pt x="5954036" y="6784991"/>
                  <a:pt x="5980131" y="6764424"/>
                  <a:pt x="5958496" y="6769874"/>
                </a:cubicBezTo>
                <a:cubicBezTo>
                  <a:pt x="5944505" y="6782527"/>
                  <a:pt x="5921893" y="6765237"/>
                  <a:pt x="5908732" y="6779393"/>
                </a:cubicBezTo>
                <a:cubicBezTo>
                  <a:pt x="5931989" y="6790347"/>
                  <a:pt x="5860959" y="6791681"/>
                  <a:pt x="5874963" y="6803355"/>
                </a:cubicBezTo>
                <a:cubicBezTo>
                  <a:pt x="5833647" y="6793755"/>
                  <a:pt x="5851456" y="6816602"/>
                  <a:pt x="5819199" y="6820147"/>
                </a:cubicBezTo>
                <a:cubicBezTo>
                  <a:pt x="5798819" y="6818094"/>
                  <a:pt x="5788750" y="6819934"/>
                  <a:pt x="5786035" y="6830341"/>
                </a:cubicBezTo>
                <a:cubicBezTo>
                  <a:pt x="5689973" y="6819312"/>
                  <a:pt x="5750863" y="6840131"/>
                  <a:pt x="5683543" y="6846008"/>
                </a:cubicBezTo>
                <a:cubicBezTo>
                  <a:pt x="5622546" y="6848924"/>
                  <a:pt x="5561433" y="6857988"/>
                  <a:pt x="5478912" y="6843932"/>
                </a:cubicBezTo>
                <a:cubicBezTo>
                  <a:pt x="5459815" y="6838522"/>
                  <a:pt x="5436209" y="6841929"/>
                  <a:pt x="5426182" y="6851543"/>
                </a:cubicBezTo>
                <a:cubicBezTo>
                  <a:pt x="5424458" y="6853198"/>
                  <a:pt x="5423209" y="6854977"/>
                  <a:pt x="5422476" y="6856827"/>
                </a:cubicBezTo>
                <a:cubicBezTo>
                  <a:pt x="5368974" y="6845270"/>
                  <a:pt x="5364519" y="6860824"/>
                  <a:pt x="5334223" y="6851042"/>
                </a:cubicBezTo>
                <a:lnTo>
                  <a:pt x="5307101" y="6857999"/>
                </a:lnTo>
                <a:lnTo>
                  <a:pt x="0" y="6857999"/>
                </a:lnTo>
                <a:lnTo>
                  <a:pt x="0" y="2143233"/>
                </a:lnTo>
                <a:lnTo>
                  <a:pt x="23798" y="2139906"/>
                </a:lnTo>
                <a:cubicBezTo>
                  <a:pt x="74043" y="2136293"/>
                  <a:pt x="38977" y="2165571"/>
                  <a:pt x="87258" y="2143366"/>
                </a:cubicBezTo>
                <a:cubicBezTo>
                  <a:pt x="122965" y="2137787"/>
                  <a:pt x="117457" y="2188700"/>
                  <a:pt x="156013" y="2163361"/>
                </a:cubicBezTo>
                <a:cubicBezTo>
                  <a:pt x="199419" y="2162157"/>
                  <a:pt x="225310" y="2180084"/>
                  <a:pt x="266777" y="2165405"/>
                </a:cubicBezTo>
                <a:cubicBezTo>
                  <a:pt x="307408" y="2164360"/>
                  <a:pt x="341751" y="2171054"/>
                  <a:pt x="376805" y="2164126"/>
                </a:cubicBezTo>
                <a:cubicBezTo>
                  <a:pt x="390105" y="2169833"/>
                  <a:pt x="403012" y="2171855"/>
                  <a:pt x="416820" y="2162058"/>
                </a:cubicBezTo>
                <a:cubicBezTo>
                  <a:pt x="454441" y="2163754"/>
                  <a:pt x="462164" y="2176725"/>
                  <a:pt x="487366" y="2165444"/>
                </a:cubicBezTo>
                <a:cubicBezTo>
                  <a:pt x="512638" y="2193098"/>
                  <a:pt x="508069" y="2169186"/>
                  <a:pt x="533680" y="2166550"/>
                </a:cubicBezTo>
                <a:cubicBezTo>
                  <a:pt x="554439" y="2162433"/>
                  <a:pt x="521576" y="2150568"/>
                  <a:pt x="540946" y="2150128"/>
                </a:cubicBezTo>
                <a:cubicBezTo>
                  <a:pt x="559671" y="2157928"/>
                  <a:pt x="564313" y="2137102"/>
                  <a:pt x="583453" y="2146439"/>
                </a:cubicBezTo>
                <a:cubicBezTo>
                  <a:pt x="574045" y="2161807"/>
                  <a:pt x="626400" y="2145688"/>
                  <a:pt x="624180" y="2159439"/>
                </a:cubicBezTo>
                <a:cubicBezTo>
                  <a:pt x="647591" y="2140873"/>
                  <a:pt x="650201" y="2165450"/>
                  <a:pt x="675971" y="2160733"/>
                </a:cubicBezTo>
                <a:cubicBezTo>
                  <a:pt x="689339" y="2153950"/>
                  <a:pt x="697882" y="2153126"/>
                  <a:pt x="706914" y="2161686"/>
                </a:cubicBezTo>
                <a:cubicBezTo>
                  <a:pt x="769009" y="2128516"/>
                  <a:pt x="739035" y="2161792"/>
                  <a:pt x="791788" y="2150599"/>
                </a:cubicBezTo>
                <a:cubicBezTo>
                  <a:pt x="837950" y="2138324"/>
                  <a:pt x="852628" y="2155297"/>
                  <a:pt x="902857" y="2122745"/>
                </a:cubicBezTo>
                <a:cubicBezTo>
                  <a:pt x="913016" y="2113301"/>
                  <a:pt x="967730" y="2097173"/>
                  <a:pt x="981959" y="2092815"/>
                </a:cubicBezTo>
                <a:cubicBezTo>
                  <a:pt x="996188" y="2088456"/>
                  <a:pt x="986445" y="2095133"/>
                  <a:pt x="988232" y="2096592"/>
                </a:cubicBezTo>
                <a:cubicBezTo>
                  <a:pt x="1019139" y="2073321"/>
                  <a:pt x="1032924" y="2086016"/>
                  <a:pt x="1048229" y="2069972"/>
                </a:cubicBezTo>
                <a:cubicBezTo>
                  <a:pt x="1091335" y="2064742"/>
                  <a:pt x="1121978" y="2082008"/>
                  <a:pt x="1136098" y="2067967"/>
                </a:cubicBezTo>
                <a:cubicBezTo>
                  <a:pt x="1157340" y="2069596"/>
                  <a:pt x="1183471" y="2087419"/>
                  <a:pt x="1202436" y="2072380"/>
                </a:cubicBezTo>
                <a:cubicBezTo>
                  <a:pt x="1202276" y="2085209"/>
                  <a:pt x="1228778" y="2063479"/>
                  <a:pt x="1239614" y="2072295"/>
                </a:cubicBezTo>
                <a:cubicBezTo>
                  <a:pt x="1247024" y="2079920"/>
                  <a:pt x="1256792" y="2075104"/>
                  <a:pt x="1266687" y="2075072"/>
                </a:cubicBezTo>
                <a:cubicBezTo>
                  <a:pt x="1278018" y="2081364"/>
                  <a:pt x="1322622" y="2073526"/>
                  <a:pt x="1335495" y="2066868"/>
                </a:cubicBezTo>
                <a:cubicBezTo>
                  <a:pt x="1368381" y="2043096"/>
                  <a:pt x="1422617" y="2065011"/>
                  <a:pt x="1449503" y="2046887"/>
                </a:cubicBezTo>
                <a:cubicBezTo>
                  <a:pt x="1458132" y="2044484"/>
                  <a:pt x="1466138" y="2043753"/>
                  <a:pt x="1473714" y="2044066"/>
                </a:cubicBezTo>
                <a:lnTo>
                  <a:pt x="1494279" y="2047336"/>
                </a:lnTo>
                <a:lnTo>
                  <a:pt x="1498838" y="2053057"/>
                </a:lnTo>
                <a:lnTo>
                  <a:pt x="1512113" y="2052421"/>
                </a:lnTo>
                <a:lnTo>
                  <a:pt x="1515595" y="2053441"/>
                </a:lnTo>
                <a:cubicBezTo>
                  <a:pt x="1522236" y="2055416"/>
                  <a:pt x="1528840" y="2057179"/>
                  <a:pt x="1535601" y="2058100"/>
                </a:cubicBezTo>
                <a:cubicBezTo>
                  <a:pt x="1533819" y="2030557"/>
                  <a:pt x="1592812" y="2061403"/>
                  <a:pt x="1579590" y="2038490"/>
                </a:cubicBezTo>
                <a:cubicBezTo>
                  <a:pt x="1616426" y="2038767"/>
                  <a:pt x="1594177" y="2016885"/>
                  <a:pt x="1632661" y="2038680"/>
                </a:cubicBezTo>
                <a:cubicBezTo>
                  <a:pt x="1695112" y="2019618"/>
                  <a:pt x="1728303" y="2044586"/>
                  <a:pt x="1781597" y="2013421"/>
                </a:cubicBezTo>
                <a:cubicBezTo>
                  <a:pt x="1834196" y="2009160"/>
                  <a:pt x="1902538" y="2002271"/>
                  <a:pt x="1942299" y="1995238"/>
                </a:cubicBezTo>
                <a:cubicBezTo>
                  <a:pt x="1987356" y="1969382"/>
                  <a:pt x="2046051" y="1931285"/>
                  <a:pt x="2073776" y="1959306"/>
                </a:cubicBezTo>
                <a:cubicBezTo>
                  <a:pt x="2128486" y="1955797"/>
                  <a:pt x="2173117" y="1931503"/>
                  <a:pt x="2225830" y="1945035"/>
                </a:cubicBezTo>
                <a:cubicBezTo>
                  <a:pt x="2228705" y="1940868"/>
                  <a:pt x="2232493" y="1937453"/>
                  <a:pt x="2236906" y="1934583"/>
                </a:cubicBezTo>
                <a:lnTo>
                  <a:pt x="2250907" y="1927805"/>
                </a:lnTo>
                <a:lnTo>
                  <a:pt x="2253081" y="1928470"/>
                </a:lnTo>
                <a:cubicBezTo>
                  <a:pt x="2262162" y="1929060"/>
                  <a:pt x="2267315" y="1927517"/>
                  <a:pt x="2270720" y="1925037"/>
                </a:cubicBezTo>
                <a:lnTo>
                  <a:pt x="2273667" y="1921293"/>
                </a:lnTo>
                <a:lnTo>
                  <a:pt x="2285482" y="1917998"/>
                </a:lnTo>
                <a:lnTo>
                  <a:pt x="2307986" y="1908982"/>
                </a:lnTo>
                <a:lnTo>
                  <a:pt x="2312921" y="1909665"/>
                </a:lnTo>
                <a:lnTo>
                  <a:pt x="2347989" y="1899756"/>
                </a:lnTo>
                <a:lnTo>
                  <a:pt x="2348816" y="1900744"/>
                </a:lnTo>
                <a:cubicBezTo>
                  <a:pt x="2351467" y="1902733"/>
                  <a:pt x="2354933" y="1903776"/>
                  <a:pt x="2360199" y="1902864"/>
                </a:cubicBezTo>
                <a:cubicBezTo>
                  <a:pt x="2357148" y="1920740"/>
                  <a:pt x="2365381" y="1908616"/>
                  <a:pt x="2381173" y="1904351"/>
                </a:cubicBezTo>
                <a:cubicBezTo>
                  <a:pt x="2379960" y="1931162"/>
                  <a:pt x="2421782" y="1909095"/>
                  <a:pt x="2433782" y="1921696"/>
                </a:cubicBezTo>
                <a:cubicBezTo>
                  <a:pt x="2445411" y="1917959"/>
                  <a:pt x="2457686" y="1914495"/>
                  <a:pt x="2470381" y="1911489"/>
                </a:cubicBezTo>
                <a:lnTo>
                  <a:pt x="2477951" y="1910044"/>
                </a:lnTo>
                <a:lnTo>
                  <a:pt x="2478187" y="1910267"/>
                </a:lnTo>
                <a:cubicBezTo>
                  <a:pt x="2480012" y="1910490"/>
                  <a:pt x="2482569" y="1910217"/>
                  <a:pt x="2486339" y="1909244"/>
                </a:cubicBezTo>
                <a:lnTo>
                  <a:pt x="2491753" y="1907410"/>
                </a:lnTo>
                <a:lnTo>
                  <a:pt x="2506438" y="1904607"/>
                </a:lnTo>
                <a:lnTo>
                  <a:pt x="2512055" y="1905314"/>
                </a:lnTo>
                <a:cubicBezTo>
                  <a:pt x="2531909" y="1912973"/>
                  <a:pt x="2525790" y="1949139"/>
                  <a:pt x="2559550" y="1929886"/>
                </a:cubicBezTo>
                <a:cubicBezTo>
                  <a:pt x="2598368" y="1932405"/>
                  <a:pt x="2618373" y="1952531"/>
                  <a:pt x="2657743" y="1941427"/>
                </a:cubicBezTo>
                <a:cubicBezTo>
                  <a:pt x="2694066" y="1943866"/>
                  <a:pt x="2723489" y="1953496"/>
                  <a:pt x="2755845" y="1949581"/>
                </a:cubicBezTo>
                <a:cubicBezTo>
                  <a:pt x="2766710" y="1956423"/>
                  <a:pt x="2777851" y="1959550"/>
                  <a:pt x="2791790" y="1950948"/>
                </a:cubicBezTo>
                <a:cubicBezTo>
                  <a:pt x="2824975" y="1955867"/>
                  <a:pt x="2829653" y="1969486"/>
                  <a:pt x="2853980" y="1960379"/>
                </a:cubicBezTo>
                <a:cubicBezTo>
                  <a:pt x="2867339" y="1982719"/>
                  <a:pt x="2870664" y="1974650"/>
                  <a:pt x="2881292" y="1969035"/>
                </a:cubicBezTo>
                <a:lnTo>
                  <a:pt x="2882690" y="1968669"/>
                </a:lnTo>
                <a:lnTo>
                  <a:pt x="2884480" y="1971856"/>
                </a:lnTo>
                <a:lnTo>
                  <a:pt x="2889504" y="1973560"/>
                </a:lnTo>
                <a:lnTo>
                  <a:pt x="2904507" y="1973450"/>
                </a:lnTo>
                <a:lnTo>
                  <a:pt x="2910361" y="1972623"/>
                </a:lnTo>
                <a:cubicBezTo>
                  <a:pt x="2914314" y="1972346"/>
                  <a:pt x="2916841" y="1972538"/>
                  <a:pt x="2918476" y="1973085"/>
                </a:cubicBezTo>
                <a:cubicBezTo>
                  <a:pt x="2918519" y="1973172"/>
                  <a:pt x="2918565" y="1973259"/>
                  <a:pt x="2918608" y="1973346"/>
                </a:cubicBezTo>
                <a:lnTo>
                  <a:pt x="2926342" y="1973289"/>
                </a:lnTo>
                <a:cubicBezTo>
                  <a:pt x="2939546" y="1972624"/>
                  <a:pt x="2952540" y="1971432"/>
                  <a:pt x="2965031" y="1969856"/>
                </a:cubicBezTo>
                <a:cubicBezTo>
                  <a:pt x="2971305" y="1984385"/>
                  <a:pt x="3019698" y="1970246"/>
                  <a:pt x="3007773" y="1996347"/>
                </a:cubicBezTo>
                <a:cubicBezTo>
                  <a:pt x="3024413" y="1995002"/>
                  <a:pt x="3037063" y="1984582"/>
                  <a:pt x="3026997" y="2001580"/>
                </a:cubicBezTo>
                <a:cubicBezTo>
                  <a:pt x="3032338" y="2001634"/>
                  <a:pt x="3035193" y="2003280"/>
                  <a:pt x="3036901" y="2005710"/>
                </a:cubicBezTo>
                <a:lnTo>
                  <a:pt x="3037285" y="2006829"/>
                </a:lnTo>
                <a:lnTo>
                  <a:pt x="3074407" y="2003411"/>
                </a:lnTo>
                <a:lnTo>
                  <a:pt x="3078795" y="2004969"/>
                </a:lnTo>
                <a:lnTo>
                  <a:pt x="3103685" y="2000166"/>
                </a:lnTo>
                <a:lnTo>
                  <a:pt x="3116175" y="1999058"/>
                </a:lnTo>
                <a:lnTo>
                  <a:pt x="3120468" y="1995915"/>
                </a:lnTo>
                <a:cubicBezTo>
                  <a:pt x="3124679" y="1994091"/>
                  <a:pt x="3130170" y="1993504"/>
                  <a:pt x="3138514" y="1995716"/>
                </a:cubicBezTo>
                <a:lnTo>
                  <a:pt x="3140299" y="1996760"/>
                </a:lnTo>
                <a:lnTo>
                  <a:pt x="3156256" y="1992625"/>
                </a:lnTo>
                <a:cubicBezTo>
                  <a:pt x="3161579" y="1990603"/>
                  <a:pt x="3166532" y="1987932"/>
                  <a:pt x="3170922" y="1984357"/>
                </a:cubicBezTo>
                <a:cubicBezTo>
                  <a:pt x="3215296" y="2007127"/>
                  <a:pt x="3279153" y="1979394"/>
                  <a:pt x="3332263" y="1985792"/>
                </a:cubicBezTo>
                <a:cubicBezTo>
                  <a:pt x="3365071" y="1970632"/>
                  <a:pt x="3439000" y="1997025"/>
                  <a:pt x="3460591" y="1967471"/>
                </a:cubicBezTo>
                <a:cubicBezTo>
                  <a:pt x="3451444" y="2002870"/>
                  <a:pt x="3556491" y="1969109"/>
                  <a:pt x="3595015" y="1975790"/>
                </a:cubicBezTo>
                <a:cubicBezTo>
                  <a:pt x="3658347" y="1975113"/>
                  <a:pt x="3722805" y="1993634"/>
                  <a:pt x="3769101" y="1999150"/>
                </a:cubicBezTo>
                <a:cubicBezTo>
                  <a:pt x="3796708" y="2027471"/>
                  <a:pt x="3784478" y="2001987"/>
                  <a:pt x="3819178" y="2008885"/>
                </a:cubicBezTo>
                <a:cubicBezTo>
                  <a:pt x="3815893" y="1984013"/>
                  <a:pt x="3859241" y="2024909"/>
                  <a:pt x="3868628" y="1997548"/>
                </a:cubicBezTo>
                <a:cubicBezTo>
                  <a:pt x="3874646" y="1999671"/>
                  <a:pt x="3880179" y="2002589"/>
                  <a:pt x="3885662" y="2005723"/>
                </a:cubicBezTo>
                <a:lnTo>
                  <a:pt x="3888539" y="2007351"/>
                </a:lnTo>
                <a:lnTo>
                  <a:pt x="3901342" y="2009114"/>
                </a:lnTo>
                <a:lnTo>
                  <a:pt x="3903349" y="2015552"/>
                </a:lnTo>
                <a:lnTo>
                  <a:pt x="3921468" y="2022461"/>
                </a:lnTo>
                <a:cubicBezTo>
                  <a:pt x="3928503" y="2024132"/>
                  <a:pt x="3936363" y="2024854"/>
                  <a:pt x="3945480" y="2024047"/>
                </a:cubicBezTo>
                <a:cubicBezTo>
                  <a:pt x="3978176" y="2011092"/>
                  <a:pt x="4020619" y="2042364"/>
                  <a:pt x="4061250" y="2024945"/>
                </a:cubicBezTo>
                <a:cubicBezTo>
                  <a:pt x="4076090" y="2020726"/>
                  <a:pt x="4121392" y="2021057"/>
                  <a:pt x="4129570" y="2029272"/>
                </a:cubicBezTo>
                <a:cubicBezTo>
                  <a:pt x="4138935" y="2031020"/>
                  <a:pt x="4150099" y="2028050"/>
                  <a:pt x="4154036" y="2036868"/>
                </a:cubicBezTo>
                <a:cubicBezTo>
                  <a:pt x="4160735" y="2047472"/>
                  <a:pt x="4194512" y="2030907"/>
                  <a:pt x="4189204" y="2043474"/>
                </a:cubicBezTo>
                <a:cubicBezTo>
                  <a:pt x="4213171" y="2032123"/>
                  <a:pt x="4230703" y="2054320"/>
                  <a:pt x="4250119" y="2059743"/>
                </a:cubicBezTo>
                <a:cubicBezTo>
                  <a:pt x="4259612" y="2054119"/>
                  <a:pt x="4269863" y="2056925"/>
                  <a:pt x="4283096" y="2061464"/>
                </a:cubicBezTo>
                <a:lnTo>
                  <a:pt x="4301210" y="2067352"/>
                </a:lnTo>
                <a:lnTo>
                  <a:pt x="4308819" y="2066758"/>
                </a:lnTo>
                <a:cubicBezTo>
                  <a:pt x="4318024" y="2066868"/>
                  <a:pt x="4326429" y="2067593"/>
                  <a:pt x="4333907" y="2068098"/>
                </a:cubicBezTo>
                <a:lnTo>
                  <a:pt x="4348284" y="2068116"/>
                </a:lnTo>
                <a:lnTo>
                  <a:pt x="4354009" y="2067847"/>
                </a:lnTo>
                <a:lnTo>
                  <a:pt x="4366647" y="2061827"/>
                </a:lnTo>
                <a:lnTo>
                  <a:pt x="4383151" y="2064242"/>
                </a:lnTo>
                <a:lnTo>
                  <a:pt x="4401354" y="2058245"/>
                </a:lnTo>
                <a:cubicBezTo>
                  <a:pt x="4402457" y="2059998"/>
                  <a:pt x="4403942" y="2061629"/>
                  <a:pt x="4405765" y="2063081"/>
                </a:cubicBezTo>
                <a:lnTo>
                  <a:pt x="4420601" y="2068011"/>
                </a:lnTo>
                <a:lnTo>
                  <a:pt x="4433312" y="2062239"/>
                </a:lnTo>
                <a:cubicBezTo>
                  <a:pt x="4433913" y="2071826"/>
                  <a:pt x="4448053" y="2061159"/>
                  <a:pt x="4459938" y="2058655"/>
                </a:cubicBezTo>
                <a:lnTo>
                  <a:pt x="4467257" y="2059536"/>
                </a:lnTo>
                <a:lnTo>
                  <a:pt x="4492833" y="2051951"/>
                </a:lnTo>
                <a:cubicBezTo>
                  <a:pt x="4506830" y="2048890"/>
                  <a:pt x="4520326" y="2046915"/>
                  <a:pt x="4533444" y="2045543"/>
                </a:cubicBezTo>
                <a:lnTo>
                  <a:pt x="4579902" y="2042473"/>
                </a:lnTo>
                <a:lnTo>
                  <a:pt x="4593061" y="2036537"/>
                </a:lnTo>
                <a:cubicBezTo>
                  <a:pt x="4623093" y="2030020"/>
                  <a:pt x="4659310" y="2036776"/>
                  <a:pt x="4678455" y="2022033"/>
                </a:cubicBezTo>
                <a:cubicBezTo>
                  <a:pt x="4686902" y="2019123"/>
                  <a:pt x="4694854" y="2017915"/>
                  <a:pt x="4702453" y="2017770"/>
                </a:cubicBezTo>
                <a:lnTo>
                  <a:pt x="4723263" y="2019792"/>
                </a:lnTo>
                <a:lnTo>
                  <a:pt x="4728248" y="2025217"/>
                </a:lnTo>
                <a:lnTo>
                  <a:pt x="4741475" y="2023784"/>
                </a:lnTo>
                <a:lnTo>
                  <a:pt x="4745033" y="2024591"/>
                </a:lnTo>
                <a:cubicBezTo>
                  <a:pt x="4751823" y="2026159"/>
                  <a:pt x="4758560" y="2027516"/>
                  <a:pt x="4765390" y="2028029"/>
                </a:cubicBezTo>
                <a:cubicBezTo>
                  <a:pt x="4761540" y="2000715"/>
                  <a:pt x="4822843" y="2027885"/>
                  <a:pt x="4807902" y="2005868"/>
                </a:cubicBezTo>
                <a:cubicBezTo>
                  <a:pt x="4844760" y="2003930"/>
                  <a:pt x="4820870" y="1983482"/>
                  <a:pt x="4860989" y="2002871"/>
                </a:cubicBezTo>
                <a:cubicBezTo>
                  <a:pt x="4922008" y="1980146"/>
                  <a:pt x="5009783" y="1987933"/>
                  <a:pt x="5060738" y="1953707"/>
                </a:cubicBezTo>
                <a:cubicBezTo>
                  <a:pt x="5113014" y="1946308"/>
                  <a:pt x="5135414" y="1967863"/>
                  <a:pt x="5174646" y="1958475"/>
                </a:cubicBezTo>
                <a:cubicBezTo>
                  <a:pt x="5181576" y="1926245"/>
                  <a:pt x="5266302" y="1871146"/>
                  <a:pt x="5296127" y="1897377"/>
                </a:cubicBezTo>
                <a:cubicBezTo>
                  <a:pt x="5350570" y="1890601"/>
                  <a:pt x="5393378" y="1863736"/>
                  <a:pt x="5447102" y="1874045"/>
                </a:cubicBezTo>
                <a:cubicBezTo>
                  <a:pt x="5449663" y="1869724"/>
                  <a:pt x="5453194" y="1866097"/>
                  <a:pt x="5457394" y="1862976"/>
                </a:cubicBezTo>
                <a:lnTo>
                  <a:pt x="5470885" y="1855386"/>
                </a:lnTo>
                <a:lnTo>
                  <a:pt x="5473108" y="1855919"/>
                </a:lnTo>
                <a:cubicBezTo>
                  <a:pt x="5482234" y="1855961"/>
                  <a:pt x="5487271" y="1854115"/>
                  <a:pt x="5490487" y="1851442"/>
                </a:cubicBezTo>
                <a:lnTo>
                  <a:pt x="5493156" y="1847537"/>
                </a:lnTo>
                <a:lnTo>
                  <a:pt x="5504724" y="1843550"/>
                </a:lnTo>
                <a:lnTo>
                  <a:pt x="5526552" y="1833223"/>
                </a:lnTo>
                <a:lnTo>
                  <a:pt x="5531534" y="1833606"/>
                </a:lnTo>
                <a:lnTo>
                  <a:pt x="5565857" y="1821637"/>
                </a:lnTo>
                <a:lnTo>
                  <a:pt x="5566758" y="1822571"/>
                </a:lnTo>
                <a:cubicBezTo>
                  <a:pt x="5569560" y="1824391"/>
                  <a:pt x="5573104" y="1825220"/>
                  <a:pt x="5578300" y="1823998"/>
                </a:cubicBezTo>
                <a:cubicBezTo>
                  <a:pt x="5576590" y="1841977"/>
                  <a:pt x="5583913" y="1829412"/>
                  <a:pt x="5599385" y="1824219"/>
                </a:cubicBezTo>
                <a:cubicBezTo>
                  <a:pt x="5600181" y="1850985"/>
                  <a:pt x="5640346" y="1826505"/>
                  <a:pt x="5653291" y="1838330"/>
                </a:cubicBezTo>
                <a:cubicBezTo>
                  <a:pt x="5664639" y="1833911"/>
                  <a:pt x="5676656" y="1829727"/>
                  <a:pt x="5689123" y="1825972"/>
                </a:cubicBezTo>
                <a:lnTo>
                  <a:pt x="5696583" y="1824080"/>
                </a:lnTo>
                <a:lnTo>
                  <a:pt x="5696836" y="1824287"/>
                </a:lnTo>
                <a:cubicBezTo>
                  <a:pt x="5698678" y="1824400"/>
                  <a:pt x="5701213" y="1823974"/>
                  <a:pt x="5704910" y="1822779"/>
                </a:cubicBezTo>
                <a:lnTo>
                  <a:pt x="5710186" y="1820629"/>
                </a:lnTo>
                <a:lnTo>
                  <a:pt x="5724662" y="1816957"/>
                </a:lnTo>
                <a:lnTo>
                  <a:pt x="5730330" y="1817323"/>
                </a:lnTo>
                <a:lnTo>
                  <a:pt x="5733569" y="1819818"/>
                </a:lnTo>
                <a:lnTo>
                  <a:pt x="5734751" y="1819150"/>
                </a:lnTo>
                <a:cubicBezTo>
                  <a:pt x="5742385" y="1811473"/>
                  <a:pt x="5741789" y="1803283"/>
                  <a:pt x="5765286" y="1820584"/>
                </a:cubicBezTo>
                <a:cubicBezTo>
                  <a:pt x="5784532" y="1806446"/>
                  <a:pt x="5795499" y="1817814"/>
                  <a:pt x="5829951" y="1814425"/>
                </a:cubicBezTo>
                <a:cubicBezTo>
                  <a:pt x="5839381" y="1803221"/>
                  <a:pt x="5851644" y="1803437"/>
                  <a:pt x="5865400" y="1807121"/>
                </a:cubicBezTo>
                <a:cubicBezTo>
                  <a:pt x="5894873" y="1795832"/>
                  <a:pt x="5927910" y="1797657"/>
                  <a:pt x="5964230" y="1791246"/>
                </a:cubicBezTo>
                <a:cubicBezTo>
                  <a:pt x="5997095" y="1771694"/>
                  <a:pt x="6025977" y="1785382"/>
                  <a:pt x="6064751" y="1778450"/>
                </a:cubicBezTo>
                <a:cubicBezTo>
                  <a:pt x="6088334" y="1752766"/>
                  <a:pt x="6099508" y="1787374"/>
                  <a:pt x="6122352" y="1789671"/>
                </a:cubicBezTo>
                <a:lnTo>
                  <a:pt x="6128122" y="1788981"/>
                </a:lnTo>
                <a:lnTo>
                  <a:pt x="6141014" y="1782915"/>
                </a:lnTo>
                <a:lnTo>
                  <a:pt x="6145388" y="1779947"/>
                </a:lnTo>
                <a:cubicBezTo>
                  <a:pt x="6148578" y="1778158"/>
                  <a:pt x="6150926" y="1777299"/>
                  <a:pt x="6152799" y="1777068"/>
                </a:cubicBezTo>
                <a:lnTo>
                  <a:pt x="6153131" y="1777217"/>
                </a:lnTo>
                <a:lnTo>
                  <a:pt x="6159777" y="1774090"/>
                </a:lnTo>
                <a:cubicBezTo>
                  <a:pt x="6170646" y="1768312"/>
                  <a:pt x="6180893" y="1762216"/>
                  <a:pt x="6190386" y="1756022"/>
                </a:cubicBezTo>
                <a:cubicBezTo>
                  <a:pt x="6207960" y="1764717"/>
                  <a:pt x="6238019" y="1734533"/>
                  <a:pt x="6249518" y="1759399"/>
                </a:cubicBezTo>
                <a:cubicBezTo>
                  <a:pt x="6262790" y="1751731"/>
                  <a:pt x="6265029" y="1738657"/>
                  <a:pt x="6270527" y="1755769"/>
                </a:cubicBezTo>
                <a:cubicBezTo>
                  <a:pt x="6275192" y="1753681"/>
                  <a:pt x="6279041" y="1753811"/>
                  <a:pt x="6282550" y="1755003"/>
                </a:cubicBezTo>
                <a:lnTo>
                  <a:pt x="6283816" y="1755712"/>
                </a:lnTo>
                <a:lnTo>
                  <a:pt x="6313084" y="1738281"/>
                </a:lnTo>
                <a:lnTo>
                  <a:pt x="6318182" y="1737732"/>
                </a:lnTo>
                <a:lnTo>
                  <a:pt x="6335709" y="1724111"/>
                </a:lnTo>
                <a:lnTo>
                  <a:pt x="6345588" y="1718279"/>
                </a:lnTo>
                <a:lnTo>
                  <a:pt x="6346673" y="1714145"/>
                </a:lnTo>
                <a:cubicBezTo>
                  <a:pt x="6348796" y="1711062"/>
                  <a:pt x="6353055" y="1708421"/>
                  <a:pt x="6362126" y="1706799"/>
                </a:cubicBezTo>
                <a:lnTo>
                  <a:pt x="6364545" y="1706892"/>
                </a:lnTo>
                <a:cubicBezTo>
                  <a:pt x="6367637" y="1703281"/>
                  <a:pt x="6424942" y="1698254"/>
                  <a:pt x="6464076" y="1679171"/>
                </a:cubicBezTo>
                <a:cubicBezTo>
                  <a:pt x="6504464" y="1655724"/>
                  <a:pt x="6547114" y="1618110"/>
                  <a:pt x="6599352" y="1592397"/>
                </a:cubicBezTo>
                <a:cubicBezTo>
                  <a:pt x="6621028" y="1623320"/>
                  <a:pt x="6702628" y="1477903"/>
                  <a:pt x="6694106" y="1530854"/>
                </a:cubicBezTo>
                <a:cubicBezTo>
                  <a:pt x="6709146" y="1521510"/>
                  <a:pt x="6782557" y="1496994"/>
                  <a:pt x="6779808" y="1510598"/>
                </a:cubicBezTo>
                <a:cubicBezTo>
                  <a:pt x="6816671" y="1469344"/>
                  <a:pt x="6859225" y="1490432"/>
                  <a:pt x="6910674" y="1458095"/>
                </a:cubicBezTo>
                <a:cubicBezTo>
                  <a:pt x="6958236" y="1468911"/>
                  <a:pt x="6926351" y="1454150"/>
                  <a:pt x="6962144" y="1445637"/>
                </a:cubicBezTo>
                <a:cubicBezTo>
                  <a:pt x="6938512" y="1427780"/>
                  <a:pt x="7010208" y="1442012"/>
                  <a:pt x="6995460" y="1417188"/>
                </a:cubicBezTo>
                <a:lnTo>
                  <a:pt x="7017033" y="1416698"/>
                </a:lnTo>
                <a:lnTo>
                  <a:pt x="7020886" y="1416805"/>
                </a:lnTo>
                <a:lnTo>
                  <a:pt x="7033438" y="1413061"/>
                </a:lnTo>
                <a:lnTo>
                  <a:pt x="7040555" y="1417220"/>
                </a:lnTo>
                <a:lnTo>
                  <a:pt x="7062011" y="1415322"/>
                </a:lnTo>
                <a:cubicBezTo>
                  <a:pt x="7069494" y="1413805"/>
                  <a:pt x="7076899" y="1411231"/>
                  <a:pt x="7084117" y="1406974"/>
                </a:cubicBezTo>
                <a:cubicBezTo>
                  <a:pt x="7101577" y="1383961"/>
                  <a:pt x="7164447" y="1391139"/>
                  <a:pt x="7185047" y="1361519"/>
                </a:cubicBezTo>
                <a:cubicBezTo>
                  <a:pt x="7194363" y="1352352"/>
                  <a:pt x="7233839" y="1334552"/>
                  <a:pt x="7247783" y="1337622"/>
                </a:cubicBezTo>
                <a:cubicBezTo>
                  <a:pt x="7257348" y="1335236"/>
                  <a:pt x="7264529" y="1328498"/>
                  <a:pt x="7275307" y="1333722"/>
                </a:cubicBezTo>
                <a:cubicBezTo>
                  <a:pt x="7289966" y="1339225"/>
                  <a:pt x="7305349" y="1312996"/>
                  <a:pt x="7311261" y="1324795"/>
                </a:cubicBezTo>
                <a:cubicBezTo>
                  <a:pt x="7322509" y="1306494"/>
                  <a:pt x="7356236" y="1316612"/>
                  <a:pt x="7377571" y="1313050"/>
                </a:cubicBezTo>
                <a:cubicBezTo>
                  <a:pt x="7384603" y="1296817"/>
                  <a:pt x="7422434" y="1305349"/>
                  <a:pt x="7461694" y="1290297"/>
                </a:cubicBezTo>
                <a:cubicBezTo>
                  <a:pt x="7468925" y="1271946"/>
                  <a:pt x="7488273" y="1280301"/>
                  <a:pt x="7507193" y="1251613"/>
                </a:cubicBezTo>
                <a:cubicBezTo>
                  <a:pt x="7509613" y="1252526"/>
                  <a:pt x="7512260" y="1253190"/>
                  <a:pt x="7515052" y="1253584"/>
                </a:cubicBezTo>
                <a:cubicBezTo>
                  <a:pt x="7531272" y="1255869"/>
                  <a:pt x="7548775" y="1248744"/>
                  <a:pt x="7554146" y="1237669"/>
                </a:cubicBezTo>
                <a:cubicBezTo>
                  <a:pt x="7587383" y="1195873"/>
                  <a:pt x="7632956" y="1177588"/>
                  <a:pt x="7671846" y="1155347"/>
                </a:cubicBezTo>
                <a:cubicBezTo>
                  <a:pt x="7717626" y="1132532"/>
                  <a:pt x="7704339" y="1170169"/>
                  <a:pt x="7748774" y="1124980"/>
                </a:cubicBezTo>
                <a:cubicBezTo>
                  <a:pt x="7761564" y="1130678"/>
                  <a:pt x="7769446" y="1127888"/>
                  <a:pt x="7779182" y="1118490"/>
                </a:cubicBezTo>
                <a:cubicBezTo>
                  <a:pt x="7801901" y="1108032"/>
                  <a:pt x="7816047" y="1129940"/>
                  <a:pt x="7829932" y="1107346"/>
                </a:cubicBezTo>
                <a:cubicBezTo>
                  <a:pt x="7834286" y="1120482"/>
                  <a:pt x="7877354" y="1093242"/>
                  <a:pt x="7875510" y="1109570"/>
                </a:cubicBezTo>
                <a:cubicBezTo>
                  <a:pt x="7898453" y="1113571"/>
                  <a:pt x="7893102" y="1093377"/>
                  <a:pt x="7914918" y="1096070"/>
                </a:cubicBezTo>
                <a:cubicBezTo>
                  <a:pt x="7933463" y="1091055"/>
                  <a:pt x="7896037" y="1088002"/>
                  <a:pt x="7914188" y="1079287"/>
                </a:cubicBezTo>
                <a:cubicBezTo>
                  <a:pt x="7937737" y="1070775"/>
                  <a:pt x="7922008" y="1049943"/>
                  <a:pt x="7959552" y="1069277"/>
                </a:cubicBezTo>
                <a:cubicBezTo>
                  <a:pt x="7978616" y="1052937"/>
                  <a:pt x="7992226" y="1062990"/>
                  <a:pt x="8029450" y="1055589"/>
                </a:cubicBezTo>
                <a:lnTo>
                  <a:pt x="8038422" y="1049493"/>
                </a:lnTo>
                <a:lnTo>
                  <a:pt x="8053585" y="1058943"/>
                </a:lnTo>
                <a:cubicBezTo>
                  <a:pt x="8061619" y="1062358"/>
                  <a:pt x="8070634" y="1063636"/>
                  <a:pt x="8081474" y="1059840"/>
                </a:cubicBezTo>
                <a:cubicBezTo>
                  <a:pt x="8141491" y="1015057"/>
                  <a:pt x="8090266" y="1080479"/>
                  <a:pt x="8197391" y="1038853"/>
                </a:cubicBezTo>
                <a:cubicBezTo>
                  <a:pt x="8201677" y="1033108"/>
                  <a:pt x="8217224" y="1033020"/>
                  <a:pt x="8218531" y="1038736"/>
                </a:cubicBezTo>
                <a:cubicBezTo>
                  <a:pt x="8224749" y="1034989"/>
                  <a:pt x="8236410" y="1019803"/>
                  <a:pt x="8242405" y="1027800"/>
                </a:cubicBezTo>
                <a:cubicBezTo>
                  <a:pt x="8260401" y="1023020"/>
                  <a:pt x="8277595" y="1016764"/>
                  <a:pt x="8293586" y="1009216"/>
                </a:cubicBezTo>
                <a:lnTo>
                  <a:pt x="8325267" y="990249"/>
                </a:lnTo>
                <a:lnTo>
                  <a:pt x="8335565" y="995156"/>
                </a:lnTo>
                <a:cubicBezTo>
                  <a:pt x="8342208" y="997234"/>
                  <a:pt x="8349366" y="997680"/>
                  <a:pt x="8357350" y="994276"/>
                </a:cubicBezTo>
                <a:cubicBezTo>
                  <a:pt x="8398773" y="957879"/>
                  <a:pt x="8366593" y="1009035"/>
                  <a:pt x="8445003" y="972367"/>
                </a:cubicBezTo>
                <a:cubicBezTo>
                  <a:pt x="8447663" y="967887"/>
                  <a:pt x="8459739" y="966961"/>
                  <a:pt x="8461421" y="971111"/>
                </a:cubicBezTo>
                <a:cubicBezTo>
                  <a:pt x="8465819" y="968000"/>
                  <a:pt x="8473109" y="956137"/>
                  <a:pt x="8478704" y="961712"/>
                </a:cubicBezTo>
                <a:cubicBezTo>
                  <a:pt x="8505565" y="952663"/>
                  <a:pt x="8529238" y="939426"/>
                  <a:pt x="8547429" y="923277"/>
                </a:cubicBezTo>
                <a:cubicBezTo>
                  <a:pt x="8576531" y="919061"/>
                  <a:pt x="8579138" y="912461"/>
                  <a:pt x="8579319" y="905576"/>
                </a:cubicBezTo>
                <a:cubicBezTo>
                  <a:pt x="8579529" y="904096"/>
                  <a:pt x="8579740" y="902618"/>
                  <a:pt x="8579950" y="901139"/>
                </a:cubicBezTo>
                <a:lnTo>
                  <a:pt x="8589038" y="903946"/>
                </a:lnTo>
                <a:cubicBezTo>
                  <a:pt x="8598255" y="904433"/>
                  <a:pt x="8605836" y="900079"/>
                  <a:pt x="8612581" y="893445"/>
                </a:cubicBezTo>
                <a:lnTo>
                  <a:pt x="8620213" y="884417"/>
                </a:lnTo>
                <a:lnTo>
                  <a:pt x="8636849" y="879570"/>
                </a:lnTo>
                <a:cubicBezTo>
                  <a:pt x="8647569" y="875664"/>
                  <a:pt x="8658506" y="871048"/>
                  <a:pt x="8678353" y="868709"/>
                </a:cubicBezTo>
                <a:cubicBezTo>
                  <a:pt x="8676250" y="844726"/>
                  <a:pt x="8711895" y="858913"/>
                  <a:pt x="8721366" y="848445"/>
                </a:cubicBezTo>
                <a:cubicBezTo>
                  <a:pt x="8730651" y="852242"/>
                  <a:pt x="8737642" y="851631"/>
                  <a:pt x="8743257" y="848457"/>
                </a:cubicBezTo>
                <a:lnTo>
                  <a:pt x="8755719" y="834419"/>
                </a:lnTo>
                <a:lnTo>
                  <a:pt x="8776970" y="830126"/>
                </a:lnTo>
                <a:cubicBezTo>
                  <a:pt x="8786153" y="826014"/>
                  <a:pt x="8792888" y="819621"/>
                  <a:pt x="8795998" y="809645"/>
                </a:cubicBezTo>
                <a:cubicBezTo>
                  <a:pt x="8805952" y="821837"/>
                  <a:pt x="8809794" y="841181"/>
                  <a:pt x="8837498" y="830583"/>
                </a:cubicBezTo>
                <a:cubicBezTo>
                  <a:pt x="8851172" y="827584"/>
                  <a:pt x="8868029" y="799681"/>
                  <a:pt x="8878040" y="791651"/>
                </a:cubicBezTo>
                <a:lnTo>
                  <a:pt x="8897564" y="782401"/>
                </a:lnTo>
                <a:lnTo>
                  <a:pt x="8905560" y="786219"/>
                </a:lnTo>
                <a:lnTo>
                  <a:pt x="8917778" y="783256"/>
                </a:lnTo>
                <a:lnTo>
                  <a:pt x="8914746" y="775031"/>
                </a:lnTo>
                <a:lnTo>
                  <a:pt x="8947030" y="764252"/>
                </a:lnTo>
                <a:cubicBezTo>
                  <a:pt x="8970788" y="755523"/>
                  <a:pt x="8988067" y="745115"/>
                  <a:pt x="8977138" y="726774"/>
                </a:cubicBezTo>
                <a:cubicBezTo>
                  <a:pt x="8977490" y="701480"/>
                  <a:pt x="9039667" y="723232"/>
                  <a:pt x="9028928" y="698996"/>
                </a:cubicBezTo>
                <a:cubicBezTo>
                  <a:pt x="9056296" y="708989"/>
                  <a:pt x="9080686" y="673518"/>
                  <a:pt x="9114263" y="665106"/>
                </a:cubicBezTo>
                <a:cubicBezTo>
                  <a:pt x="9115667" y="652470"/>
                  <a:pt x="9123557" y="650905"/>
                  <a:pt x="9139429" y="653134"/>
                </a:cubicBezTo>
                <a:cubicBezTo>
                  <a:pt x="9248531" y="629411"/>
                  <a:pt x="9343720" y="468354"/>
                  <a:pt x="9380600" y="515628"/>
                </a:cubicBezTo>
                <a:cubicBezTo>
                  <a:pt x="9406272" y="509931"/>
                  <a:pt x="9503943" y="538669"/>
                  <a:pt x="9561831" y="513591"/>
                </a:cubicBezTo>
                <a:cubicBezTo>
                  <a:pt x="9577802" y="480860"/>
                  <a:pt x="9713285" y="478736"/>
                  <a:pt x="9742561" y="469315"/>
                </a:cubicBezTo>
                <a:cubicBezTo>
                  <a:pt x="9742569" y="450758"/>
                  <a:pt x="9797169" y="453829"/>
                  <a:pt x="9784394" y="429345"/>
                </a:cubicBezTo>
                <a:cubicBezTo>
                  <a:pt x="9787055" y="417172"/>
                  <a:pt x="9801869" y="413844"/>
                  <a:pt x="9811914" y="421889"/>
                </a:cubicBezTo>
                <a:cubicBezTo>
                  <a:pt x="9828901" y="415568"/>
                  <a:pt x="9835642" y="400341"/>
                  <a:pt x="9858388" y="412158"/>
                </a:cubicBezTo>
                <a:cubicBezTo>
                  <a:pt x="9881945" y="404057"/>
                  <a:pt x="9894276" y="360744"/>
                  <a:pt x="9921770" y="380896"/>
                </a:cubicBezTo>
                <a:cubicBezTo>
                  <a:pt x="9930032" y="337884"/>
                  <a:pt x="10038117" y="312408"/>
                  <a:pt x="10084861" y="294587"/>
                </a:cubicBezTo>
                <a:cubicBezTo>
                  <a:pt x="10141631" y="278266"/>
                  <a:pt x="10188248" y="249698"/>
                  <a:pt x="10271351" y="227987"/>
                </a:cubicBezTo>
                <a:cubicBezTo>
                  <a:pt x="10362764" y="229558"/>
                  <a:pt x="10358378" y="196042"/>
                  <a:pt x="10424673" y="178078"/>
                </a:cubicBezTo>
                <a:cubicBezTo>
                  <a:pt x="10452909" y="162753"/>
                  <a:pt x="10514634" y="185033"/>
                  <a:pt x="10534657" y="156701"/>
                </a:cubicBezTo>
                <a:cubicBezTo>
                  <a:pt x="10595265" y="170910"/>
                  <a:pt x="10637600" y="149657"/>
                  <a:pt x="10726300" y="150292"/>
                </a:cubicBezTo>
                <a:cubicBezTo>
                  <a:pt x="10775756" y="148210"/>
                  <a:pt x="10805324" y="153235"/>
                  <a:pt x="10861177" y="138253"/>
                </a:cubicBezTo>
                <a:cubicBezTo>
                  <a:pt x="10888992" y="99450"/>
                  <a:pt x="10971843" y="126363"/>
                  <a:pt x="10995894" y="78271"/>
                </a:cubicBezTo>
                <a:cubicBezTo>
                  <a:pt x="11009945" y="87061"/>
                  <a:pt x="11016683" y="79738"/>
                  <a:pt x="11031776" y="74275"/>
                </a:cubicBezTo>
                <a:cubicBezTo>
                  <a:pt x="11049588" y="91553"/>
                  <a:pt x="11064655" y="65479"/>
                  <a:pt x="11082485" y="73705"/>
                </a:cubicBezTo>
                <a:cubicBezTo>
                  <a:pt x="11124351" y="51595"/>
                  <a:pt x="11194283" y="44212"/>
                  <a:pt x="11230739" y="34792"/>
                </a:cubicBezTo>
                <a:cubicBezTo>
                  <a:pt x="11248967" y="30081"/>
                  <a:pt x="11257520" y="13218"/>
                  <a:pt x="11268645" y="482"/>
                </a:cubicBezTo>
                <a:lnTo>
                  <a:pt x="11269336" y="3"/>
                </a:lnTo>
                <a:lnTo>
                  <a:pt x="0" y="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0C21BF-BF46-82FE-606A-7345EC6D0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352" y="381663"/>
            <a:ext cx="7411072" cy="826935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Blink</a:t>
            </a:r>
            <a:r>
              <a:rPr lang="en-US" b="1" dirty="0" err="1">
                <a:solidFill>
                  <a:srgbClr val="00B050"/>
                </a:solidFill>
              </a:rPr>
              <a:t>it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46D37-340A-BD82-554D-EE17B4257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352" y="1256307"/>
            <a:ext cx="2711669" cy="572493"/>
          </a:xfrm>
        </p:spPr>
        <p:txBody>
          <a:bodyPr>
            <a:normAutofit fontScale="92500"/>
          </a:bodyPr>
          <a:lstStyle/>
          <a:p>
            <a:pPr algn="l"/>
            <a:r>
              <a:rPr lang="en-US" sz="1800" dirty="0"/>
              <a:t>India’s last Minute App 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EDEF4-6844-760A-5712-BD9B69DF2137}"/>
              </a:ext>
            </a:extLst>
          </p:cNvPr>
          <p:cNvSpPr txBox="1"/>
          <p:nvPr/>
        </p:nvSpPr>
        <p:spPr>
          <a:xfrm flipH="1">
            <a:off x="9357340" y="630400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Tharigonda Reddy Lakshmi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31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AB07C0F-F0D6-4514-87BD-52B40990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4AA5A-CF40-18B5-D10D-69B7793A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8" y="603623"/>
            <a:ext cx="6640840" cy="200166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dirty="0" err="1"/>
              <a:t>Blink</a:t>
            </a:r>
            <a:r>
              <a:rPr lang="en-IN" b="1" dirty="0" err="1">
                <a:solidFill>
                  <a:srgbClr val="00B050"/>
                </a:solidFill>
              </a:rPr>
              <a:t>it</a:t>
            </a:r>
            <a:r>
              <a:rPr lang="en-IN" b="1" dirty="0"/>
              <a:t> Performance Dashboard (Power BI)</a:t>
            </a:r>
            <a:br>
              <a:rPr lang="en-IN" b="1" dirty="0"/>
            </a:br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85BCF0A-0B8D-47CB-98D4-1E6217B24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731434"/>
            <a:ext cx="12192000" cy="1126566"/>
          </a:xfrm>
          <a:custGeom>
            <a:avLst/>
            <a:gdLst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384334 w 12192000"/>
              <a:gd name="connsiteY26" fmla="*/ 173113 h 1126566"/>
              <a:gd name="connsiteX27" fmla="*/ 2396234 w 12192000"/>
              <a:gd name="connsiteY27" fmla="*/ 176379 h 1126566"/>
              <a:gd name="connsiteX28" fmla="*/ 2406730 w 12192000"/>
              <a:gd name="connsiteY28" fmla="*/ 184179 h 1126566"/>
              <a:gd name="connsiteX29" fmla="*/ 2829718 w 12192000"/>
              <a:gd name="connsiteY29" fmla="*/ 242215 h 1126566"/>
              <a:gd name="connsiteX30" fmla="*/ 3028662 w 12192000"/>
              <a:gd name="connsiteY30" fmla="*/ 219550 h 1126566"/>
              <a:gd name="connsiteX31" fmla="*/ 3107019 w 12192000"/>
              <a:gd name="connsiteY31" fmla="*/ 220240 h 1126566"/>
              <a:gd name="connsiteX32" fmla="*/ 3116698 w 12192000"/>
              <a:gd name="connsiteY32" fmla="*/ 226983 h 1126566"/>
              <a:gd name="connsiteX33" fmla="*/ 3231577 w 12192000"/>
              <a:gd name="connsiteY33" fmla="*/ 202023 h 1126566"/>
              <a:gd name="connsiteX34" fmla="*/ 3386687 w 12192000"/>
              <a:gd name="connsiteY34" fmla="*/ 218190 h 1126566"/>
              <a:gd name="connsiteX35" fmla="*/ 3501680 w 12192000"/>
              <a:gd name="connsiteY35" fmla="*/ 238841 h 1126566"/>
              <a:gd name="connsiteX36" fmla="*/ 3567038 w 12192000"/>
              <a:gd name="connsiteY36" fmla="*/ 246771 h 1126566"/>
              <a:gd name="connsiteX37" fmla="*/ 3613626 w 12192000"/>
              <a:gd name="connsiteY37" fmla="*/ 256591 h 1126566"/>
              <a:gd name="connsiteX38" fmla="*/ 3737444 w 12192000"/>
              <a:gd name="connsiteY38" fmla="*/ 259793 h 1126566"/>
              <a:gd name="connsiteX39" fmla="*/ 3944870 w 12192000"/>
              <a:gd name="connsiteY39" fmla="*/ 255991 h 1126566"/>
              <a:gd name="connsiteX40" fmla="*/ 4092172 w 12192000"/>
              <a:gd name="connsiteY40" fmla="*/ 290617 h 1126566"/>
              <a:gd name="connsiteX41" fmla="*/ 4176434 w 12192000"/>
              <a:gd name="connsiteY41" fmla="*/ 272187 h 1126566"/>
              <a:gd name="connsiteX42" fmla="*/ 4269617 w 12192000"/>
              <a:gd name="connsiteY42" fmla="*/ 283947 h 1126566"/>
              <a:gd name="connsiteX43" fmla="*/ 4638729 w 12192000"/>
              <a:gd name="connsiteY43" fmla="*/ 274806 h 1126566"/>
              <a:gd name="connsiteX44" fmla="*/ 4877121 w 12192000"/>
              <a:gd name="connsiteY44" fmla="*/ 263049 h 1126566"/>
              <a:gd name="connsiteX45" fmla="*/ 4910175 w 12192000"/>
              <a:gd name="connsiteY45" fmla="*/ 258887 h 1126566"/>
              <a:gd name="connsiteX46" fmla="*/ 4910653 w 12192000"/>
              <a:gd name="connsiteY46" fmla="*/ 256337 h 1126566"/>
              <a:gd name="connsiteX47" fmla="*/ 4915901 w 12192000"/>
              <a:gd name="connsiteY47" fmla="*/ 255646 h 1126566"/>
              <a:gd name="connsiteX48" fmla="*/ 4919888 w 12192000"/>
              <a:gd name="connsiteY48" fmla="*/ 257665 h 1126566"/>
              <a:gd name="connsiteX49" fmla="*/ 4926150 w 12192000"/>
              <a:gd name="connsiteY49" fmla="*/ 256877 h 1126566"/>
              <a:gd name="connsiteX50" fmla="*/ 4943081 w 12192000"/>
              <a:gd name="connsiteY50" fmla="*/ 255402 h 1126566"/>
              <a:gd name="connsiteX51" fmla="*/ 4949875 w 12192000"/>
              <a:gd name="connsiteY51" fmla="*/ 250755 h 1126566"/>
              <a:gd name="connsiteX52" fmla="*/ 5034125 w 12192000"/>
              <a:gd name="connsiteY52" fmla="*/ 251561 h 1126566"/>
              <a:gd name="connsiteX53" fmla="*/ 5058873 w 12192000"/>
              <a:gd name="connsiteY53" fmla="*/ 245283 h 1126566"/>
              <a:gd name="connsiteX54" fmla="*/ 5123651 w 12192000"/>
              <a:gd name="connsiteY54" fmla="*/ 248360 h 1126566"/>
              <a:gd name="connsiteX55" fmla="*/ 5197539 w 12192000"/>
              <a:gd name="connsiteY55" fmla="*/ 245352 h 1126566"/>
              <a:gd name="connsiteX56" fmla="*/ 5250946 w 12192000"/>
              <a:gd name="connsiteY56" fmla="*/ 239095 h 1126566"/>
              <a:gd name="connsiteX57" fmla="*/ 5388817 w 12192000"/>
              <a:gd name="connsiteY57" fmla="*/ 245059 h 1126566"/>
              <a:gd name="connsiteX58" fmla="*/ 5618162 w 12192000"/>
              <a:gd name="connsiteY58" fmla="*/ 264094 h 1126566"/>
              <a:gd name="connsiteX59" fmla="*/ 5666664 w 12192000"/>
              <a:gd name="connsiteY59" fmla="*/ 266098 h 1126566"/>
              <a:gd name="connsiteX60" fmla="*/ 5715324 w 12192000"/>
              <a:gd name="connsiteY60" fmla="*/ 251101 h 1126566"/>
              <a:gd name="connsiteX61" fmla="*/ 5741796 w 12192000"/>
              <a:gd name="connsiteY61" fmla="*/ 250897 h 1126566"/>
              <a:gd name="connsiteX62" fmla="*/ 5748565 w 12192000"/>
              <a:gd name="connsiteY62" fmla="*/ 249142 h 1126566"/>
              <a:gd name="connsiteX63" fmla="*/ 5787667 w 12192000"/>
              <a:gd name="connsiteY63" fmla="*/ 240782 h 1126566"/>
              <a:gd name="connsiteX64" fmla="*/ 5877829 w 12192000"/>
              <a:gd name="connsiteY64" fmla="*/ 265178 h 1126566"/>
              <a:gd name="connsiteX65" fmla="*/ 5946099 w 12192000"/>
              <a:gd name="connsiteY65" fmla="*/ 275229 h 1126566"/>
              <a:gd name="connsiteX66" fmla="*/ 5951885 w 12192000"/>
              <a:gd name="connsiteY66" fmla="*/ 273306 h 1126566"/>
              <a:gd name="connsiteX67" fmla="*/ 5957187 w 12192000"/>
              <a:gd name="connsiteY67" fmla="*/ 267506 h 1126566"/>
              <a:gd name="connsiteX68" fmla="*/ 5969996 w 12192000"/>
              <a:gd name="connsiteY68" fmla="*/ 266279 h 1126566"/>
              <a:gd name="connsiteX69" fmla="*/ 5983257 w 12192000"/>
              <a:gd name="connsiteY69" fmla="*/ 260438 h 1126566"/>
              <a:gd name="connsiteX70" fmla="*/ 6390944 w 12192000"/>
              <a:gd name="connsiteY70" fmla="*/ 296657 h 1126566"/>
              <a:gd name="connsiteX71" fmla="*/ 6472553 w 12192000"/>
              <a:gd name="connsiteY71" fmla="*/ 327261 h 1126566"/>
              <a:gd name="connsiteX72" fmla="*/ 6598839 w 12192000"/>
              <a:gd name="connsiteY72" fmla="*/ 327138 h 1126566"/>
              <a:gd name="connsiteX73" fmla="*/ 6674894 w 12192000"/>
              <a:gd name="connsiteY73" fmla="*/ 339184 h 1126566"/>
              <a:gd name="connsiteX74" fmla="*/ 6686944 w 12192000"/>
              <a:gd name="connsiteY74" fmla="*/ 334233 h 1126566"/>
              <a:gd name="connsiteX75" fmla="*/ 6788093 w 12192000"/>
              <a:gd name="connsiteY75" fmla="*/ 377012 h 1126566"/>
              <a:gd name="connsiteX76" fmla="*/ 6944546 w 12192000"/>
              <a:gd name="connsiteY76" fmla="*/ 386543 h 1126566"/>
              <a:gd name="connsiteX77" fmla="*/ 7063994 w 12192000"/>
              <a:gd name="connsiteY77" fmla="*/ 385228 h 1126566"/>
              <a:gd name="connsiteX78" fmla="*/ 7130364 w 12192000"/>
              <a:gd name="connsiteY78" fmla="*/ 388164 h 1126566"/>
              <a:gd name="connsiteX79" fmla="*/ 7179335 w 12192000"/>
              <a:gd name="connsiteY79" fmla="*/ 386225 h 1126566"/>
              <a:gd name="connsiteX80" fmla="*/ 7300357 w 12192000"/>
              <a:gd name="connsiteY80" fmla="*/ 403218 h 1126566"/>
              <a:gd name="connsiteX81" fmla="*/ 7499445 w 12192000"/>
              <a:gd name="connsiteY81" fmla="*/ 440549 h 1126566"/>
              <a:gd name="connsiteX82" fmla="*/ 7655710 w 12192000"/>
              <a:gd name="connsiteY82" fmla="*/ 430962 h 1126566"/>
              <a:gd name="connsiteX83" fmla="*/ 7729851 w 12192000"/>
              <a:gd name="connsiteY83" fmla="*/ 462457 h 1126566"/>
              <a:gd name="connsiteX84" fmla="*/ 7824660 w 12192000"/>
              <a:gd name="connsiteY84" fmla="*/ 466203 h 1126566"/>
              <a:gd name="connsiteX85" fmla="*/ 8277851 w 12192000"/>
              <a:gd name="connsiteY85" fmla="*/ 502630 h 1126566"/>
              <a:gd name="connsiteX86" fmla="*/ 8382461 w 12192000"/>
              <a:gd name="connsiteY86" fmla="*/ 526824 h 1126566"/>
              <a:gd name="connsiteX87" fmla="*/ 8594502 w 12192000"/>
              <a:gd name="connsiteY87" fmla="*/ 613607 h 1126566"/>
              <a:gd name="connsiteX88" fmla="*/ 8862814 w 12192000"/>
              <a:gd name="connsiteY88" fmla="*/ 645618 h 1126566"/>
              <a:gd name="connsiteX89" fmla="*/ 8880244 w 12192000"/>
              <a:gd name="connsiteY89" fmla="*/ 661466 h 1126566"/>
              <a:gd name="connsiteX90" fmla="*/ 8885004 w 12192000"/>
              <a:gd name="connsiteY90" fmla="*/ 663655 h 1126566"/>
              <a:gd name="connsiteX91" fmla="*/ 8886720 w 12192000"/>
              <a:gd name="connsiteY91" fmla="*/ 662879 h 1126566"/>
              <a:gd name="connsiteX92" fmla="*/ 8912175 w 12192000"/>
              <a:gd name="connsiteY92" fmla="*/ 660908 h 1126566"/>
              <a:gd name="connsiteX93" fmla="*/ 8969814 w 12192000"/>
              <a:gd name="connsiteY93" fmla="*/ 639833 h 1126566"/>
              <a:gd name="connsiteX94" fmla="*/ 8996241 w 12192000"/>
              <a:gd name="connsiteY94" fmla="*/ 655221 h 1126566"/>
              <a:gd name="connsiteX95" fmla="*/ 9092152 w 12192000"/>
              <a:gd name="connsiteY95" fmla="*/ 609097 h 1126566"/>
              <a:gd name="connsiteX96" fmla="*/ 9156546 w 12192000"/>
              <a:gd name="connsiteY96" fmla="*/ 585468 h 1126566"/>
              <a:gd name="connsiteX97" fmla="*/ 9194830 w 12192000"/>
              <a:gd name="connsiteY97" fmla="*/ 571148 h 1126566"/>
              <a:gd name="connsiteX98" fmla="*/ 9314188 w 12192000"/>
              <a:gd name="connsiteY98" fmla="*/ 547301 h 1126566"/>
              <a:gd name="connsiteX99" fmla="*/ 9554706 w 12192000"/>
              <a:gd name="connsiteY99" fmla="*/ 542666 h 1126566"/>
              <a:gd name="connsiteX100" fmla="*/ 9616141 w 12192000"/>
              <a:gd name="connsiteY100" fmla="*/ 530976 h 1126566"/>
              <a:gd name="connsiteX101" fmla="*/ 9620146 w 12192000"/>
              <a:gd name="connsiteY101" fmla="*/ 524035 h 1126566"/>
              <a:gd name="connsiteX102" fmla="*/ 9724197 w 12192000"/>
              <a:gd name="connsiteY102" fmla="*/ 528337 h 1126566"/>
              <a:gd name="connsiteX103" fmla="*/ 9837846 w 12192000"/>
              <a:gd name="connsiteY103" fmla="*/ 492977 h 1126566"/>
              <a:gd name="connsiteX104" fmla="*/ 9917440 w 12192000"/>
              <a:gd name="connsiteY104" fmla="*/ 459605 h 1126566"/>
              <a:gd name="connsiteX105" fmla="*/ 9918439 w 12192000"/>
              <a:gd name="connsiteY105" fmla="*/ 453114 h 1126566"/>
              <a:gd name="connsiteX106" fmla="*/ 9925811 w 12192000"/>
              <a:gd name="connsiteY106" fmla="*/ 452486 h 1126566"/>
              <a:gd name="connsiteX107" fmla="*/ 9933026 w 12192000"/>
              <a:gd name="connsiteY107" fmla="*/ 457540 h 1126566"/>
              <a:gd name="connsiteX108" fmla="*/ 9988183 w 12192000"/>
              <a:gd name="connsiteY108" fmla="*/ 448079 h 1126566"/>
              <a:gd name="connsiteX109" fmla="*/ 9991965 w 12192000"/>
              <a:gd name="connsiteY109" fmla="*/ 435969 h 1126566"/>
              <a:gd name="connsiteX110" fmla="*/ 9986932 w 12192000"/>
              <a:gd name="connsiteY110" fmla="*/ 431168 h 1126566"/>
              <a:gd name="connsiteX111" fmla="*/ 9996190 w 12192000"/>
              <a:gd name="connsiteY111" fmla="*/ 429066 h 1126566"/>
              <a:gd name="connsiteX112" fmla="*/ 9999786 w 12192000"/>
              <a:gd name="connsiteY112" fmla="*/ 427758 h 1126566"/>
              <a:gd name="connsiteX113" fmla="*/ 10012936 w 12192000"/>
              <a:gd name="connsiteY113" fmla="*/ 428884 h 1126566"/>
              <a:gd name="connsiteX114" fmla="*/ 10038815 w 12192000"/>
              <a:gd name="connsiteY114" fmla="*/ 419316 h 1126566"/>
              <a:gd name="connsiteX115" fmla="*/ 10057432 w 12192000"/>
              <a:gd name="connsiteY115" fmla="*/ 421938 h 1126566"/>
              <a:gd name="connsiteX116" fmla="*/ 10121534 w 12192000"/>
              <a:gd name="connsiteY116" fmla="*/ 437514 h 1126566"/>
              <a:gd name="connsiteX117" fmla="*/ 10199200 w 12192000"/>
              <a:gd name="connsiteY117" fmla="*/ 438197 h 1126566"/>
              <a:gd name="connsiteX118" fmla="*/ 10245648 w 12192000"/>
              <a:gd name="connsiteY118" fmla="*/ 438831 h 1126566"/>
              <a:gd name="connsiteX119" fmla="*/ 10369590 w 12192000"/>
              <a:gd name="connsiteY119" fmla="*/ 423377 h 1126566"/>
              <a:gd name="connsiteX120" fmla="*/ 10575777 w 12192000"/>
              <a:gd name="connsiteY120" fmla="*/ 355859 h 1126566"/>
              <a:gd name="connsiteX121" fmla="*/ 10638984 w 12192000"/>
              <a:gd name="connsiteY121" fmla="*/ 347416 h 1126566"/>
              <a:gd name="connsiteX122" fmla="*/ 10649306 w 12192000"/>
              <a:gd name="connsiteY122" fmla="*/ 352042 h 1126566"/>
              <a:gd name="connsiteX123" fmla="*/ 10732175 w 12192000"/>
              <a:gd name="connsiteY123" fmla="*/ 317549 h 1126566"/>
              <a:gd name="connsiteX124" fmla="*/ 10862886 w 12192000"/>
              <a:gd name="connsiteY124" fmla="*/ 313438 h 1126566"/>
              <a:gd name="connsiteX125" fmla="*/ 10963063 w 12192000"/>
              <a:gd name="connsiteY125" fmla="*/ 317771 h 1126566"/>
              <a:gd name="connsiteX126" fmla="*/ 11018562 w 12192000"/>
              <a:gd name="connsiteY126" fmla="*/ 316991 h 1126566"/>
              <a:gd name="connsiteX127" fmla="*/ 11059692 w 12192000"/>
              <a:gd name="connsiteY127" fmla="*/ 319983 h 1126566"/>
              <a:gd name="connsiteX128" fmla="*/ 11160371 w 12192000"/>
              <a:gd name="connsiteY128" fmla="*/ 308440 h 1126566"/>
              <a:gd name="connsiteX129" fmla="*/ 11178386 w 12192000"/>
              <a:gd name="connsiteY129" fmla="*/ 299490 h 1126566"/>
              <a:gd name="connsiteX130" fmla="*/ 11192494 w 12192000"/>
              <a:gd name="connsiteY130" fmla="*/ 296221 h 1126566"/>
              <a:gd name="connsiteX131" fmla="*/ 11199770 w 12192000"/>
              <a:gd name="connsiteY131" fmla="*/ 299772 h 1126566"/>
              <a:gd name="connsiteX132" fmla="*/ 11217258 w 12192000"/>
              <a:gd name="connsiteY132" fmla="*/ 293681 h 1126566"/>
              <a:gd name="connsiteX133" fmla="*/ 11245798 w 12192000"/>
              <a:gd name="connsiteY133" fmla="*/ 292170 h 1126566"/>
              <a:gd name="connsiteX134" fmla="*/ 11255992 w 12192000"/>
              <a:gd name="connsiteY134" fmla="*/ 291919 h 1126566"/>
              <a:gd name="connsiteX135" fmla="*/ 11264859 w 12192000"/>
              <a:gd name="connsiteY135" fmla="*/ 293937 h 1126566"/>
              <a:gd name="connsiteX136" fmla="*/ 11276151 w 12192000"/>
              <a:gd name="connsiteY136" fmla="*/ 293070 h 1126566"/>
              <a:gd name="connsiteX137" fmla="*/ 11279850 w 12192000"/>
              <a:gd name="connsiteY137" fmla="*/ 291330 h 1126566"/>
              <a:gd name="connsiteX138" fmla="*/ 11290818 w 12192000"/>
              <a:gd name="connsiteY138" fmla="*/ 291060 h 1126566"/>
              <a:gd name="connsiteX139" fmla="*/ 11296248 w 12192000"/>
              <a:gd name="connsiteY139" fmla="*/ 290163 h 1126566"/>
              <a:gd name="connsiteX140" fmla="*/ 11301652 w 12192000"/>
              <a:gd name="connsiteY140" fmla="*/ 290324 h 1126566"/>
              <a:gd name="connsiteX141" fmla="*/ 11339114 w 12192000"/>
              <a:gd name="connsiteY141" fmla="*/ 288153 h 1126566"/>
              <a:gd name="connsiteX142" fmla="*/ 11345146 w 12192000"/>
              <a:gd name="connsiteY142" fmla="*/ 290802 h 1126566"/>
              <a:gd name="connsiteX143" fmla="*/ 11400126 w 12192000"/>
              <a:gd name="connsiteY143" fmla="*/ 292287 h 1126566"/>
              <a:gd name="connsiteX144" fmla="*/ 11400420 w 12192000"/>
              <a:gd name="connsiteY144" fmla="*/ 293758 h 1126566"/>
              <a:gd name="connsiteX145" fmla="*/ 11413889 w 12192000"/>
              <a:gd name="connsiteY145" fmla="*/ 300516 h 1126566"/>
              <a:gd name="connsiteX146" fmla="*/ 11440688 w 12192000"/>
              <a:gd name="connsiteY146" fmla="*/ 310121 h 1126566"/>
              <a:gd name="connsiteX147" fmla="*/ 11496733 w 12192000"/>
              <a:gd name="connsiteY147" fmla="*/ 350225 h 1126566"/>
              <a:gd name="connsiteX148" fmla="*/ 11554005 w 12192000"/>
              <a:gd name="connsiteY148" fmla="*/ 351933 h 1126566"/>
              <a:gd name="connsiteX149" fmla="*/ 11565304 w 12192000"/>
              <a:gd name="connsiteY149" fmla="*/ 353069 h 1126566"/>
              <a:gd name="connsiteX150" fmla="*/ 11565435 w 12192000"/>
              <a:gd name="connsiteY150" fmla="*/ 353419 h 1126566"/>
              <a:gd name="connsiteX151" fmla="*/ 11577168 w 12192000"/>
              <a:gd name="connsiteY151" fmla="*/ 355270 h 1126566"/>
              <a:gd name="connsiteX152" fmla="*/ 11585904 w 12192000"/>
              <a:gd name="connsiteY152" fmla="*/ 355142 h 1126566"/>
              <a:gd name="connsiteX153" fmla="*/ 11607823 w 12192000"/>
              <a:gd name="connsiteY153" fmla="*/ 357347 h 1126566"/>
              <a:gd name="connsiteX154" fmla="*/ 11614746 w 12192000"/>
              <a:gd name="connsiteY154" fmla="*/ 360281 h 1126566"/>
              <a:gd name="connsiteX155" fmla="*/ 11658031 w 12192000"/>
              <a:gd name="connsiteY155" fmla="*/ 406970 h 1126566"/>
              <a:gd name="connsiteX156" fmla="*/ 11779739 w 12192000"/>
              <a:gd name="connsiteY156" fmla="*/ 457323 h 1126566"/>
              <a:gd name="connsiteX157" fmla="*/ 11828107 w 12192000"/>
              <a:gd name="connsiteY157" fmla="*/ 477948 h 1126566"/>
              <a:gd name="connsiteX158" fmla="*/ 11866598 w 12192000"/>
              <a:gd name="connsiteY158" fmla="*/ 486803 h 1126566"/>
              <a:gd name="connsiteX159" fmla="*/ 11916744 w 12192000"/>
              <a:gd name="connsiteY159" fmla="*/ 502917 h 1126566"/>
              <a:gd name="connsiteX160" fmla="*/ 11949248 w 12192000"/>
              <a:gd name="connsiteY160" fmla="*/ 518881 h 1126566"/>
              <a:gd name="connsiteX161" fmla="*/ 11951002 w 12192000"/>
              <a:gd name="connsiteY161" fmla="*/ 518735 h 1126566"/>
              <a:gd name="connsiteX162" fmla="*/ 11957283 w 12192000"/>
              <a:gd name="connsiteY162" fmla="*/ 522828 h 1126566"/>
              <a:gd name="connsiteX163" fmla="*/ 11966535 w 12192000"/>
              <a:gd name="connsiteY163" fmla="*/ 527372 h 1126566"/>
              <a:gd name="connsiteX164" fmla="*/ 12026007 w 12192000"/>
              <a:gd name="connsiteY164" fmla="*/ 534384 h 1126566"/>
              <a:gd name="connsiteX165" fmla="*/ 12035188 w 12192000"/>
              <a:gd name="connsiteY165" fmla="*/ 529609 h 1126566"/>
              <a:gd name="connsiteX166" fmla="*/ 12115225 w 12192000"/>
              <a:gd name="connsiteY166" fmla="*/ 561895 h 1126566"/>
              <a:gd name="connsiteX167" fmla="*/ 12191636 w 12192000"/>
              <a:gd name="connsiteY167" fmla="*/ 558318 h 1126566"/>
              <a:gd name="connsiteX168" fmla="*/ 12192000 w 12192000"/>
              <a:gd name="connsiteY168" fmla="*/ 558295 h 1126566"/>
              <a:gd name="connsiteX169" fmla="*/ 12192000 w 12192000"/>
              <a:gd name="connsiteY169" fmla="*/ 1126566 h 1126566"/>
              <a:gd name="connsiteX170" fmla="*/ 0 w 12192000"/>
              <a:gd name="connsiteY170" fmla="*/ 1126566 h 1126566"/>
              <a:gd name="connsiteX171" fmla="*/ 0 w 12192000"/>
              <a:gd name="connsiteY171" fmla="*/ 401922 h 1126566"/>
              <a:gd name="connsiteX172" fmla="*/ 25242 w 12192000"/>
              <a:gd name="connsiteY172" fmla="*/ 388862 h 1126566"/>
              <a:gd name="connsiteX173" fmla="*/ 96922 w 12192000"/>
              <a:gd name="connsiteY173" fmla="*/ 357381 h 1126566"/>
              <a:gd name="connsiteX174" fmla="*/ 137910 w 12192000"/>
              <a:gd name="connsiteY174" fmla="*/ 314823 h 1126566"/>
              <a:gd name="connsiteX175" fmla="*/ 258712 w 12192000"/>
              <a:gd name="connsiteY175" fmla="*/ 286531 h 1126566"/>
              <a:gd name="connsiteX176" fmla="*/ 316354 w 12192000"/>
              <a:gd name="connsiteY176" fmla="*/ 238529 h 1126566"/>
              <a:gd name="connsiteX177" fmla="*/ 328834 w 12192000"/>
              <a:gd name="connsiteY177" fmla="*/ 240963 h 1126566"/>
              <a:gd name="connsiteX178" fmla="*/ 383414 w 12192000"/>
              <a:gd name="connsiteY178" fmla="*/ 221196 h 1126566"/>
              <a:gd name="connsiteX179" fmla="*/ 537708 w 12192000"/>
              <a:gd name="connsiteY179" fmla="*/ 119020 h 1126566"/>
              <a:gd name="connsiteX180" fmla="*/ 645390 w 12192000"/>
              <a:gd name="connsiteY180" fmla="*/ 81299 h 1126566"/>
              <a:gd name="connsiteX181" fmla="*/ 689561 w 12192000"/>
              <a:gd name="connsiteY181" fmla="*/ 73220 h 1126566"/>
              <a:gd name="connsiteX182" fmla="*/ 763197 w 12192000"/>
              <a:gd name="connsiteY182" fmla="*/ 59356 h 1126566"/>
              <a:gd name="connsiteX183" fmla="*/ 778208 w 12192000"/>
              <a:gd name="connsiteY183" fmla="*/ 63801 h 1126566"/>
              <a:gd name="connsiteX184" fmla="*/ 784725 w 12192000"/>
              <a:gd name="connsiteY184" fmla="*/ 62505 h 1126566"/>
              <a:gd name="connsiteX185" fmla="*/ 785400 w 12192000"/>
              <a:gd name="connsiteY185" fmla="*/ 62796 h 1126566"/>
              <a:gd name="connsiteX186" fmla="*/ 786774 w 12192000"/>
              <a:gd name="connsiteY186" fmla="*/ 62098 h 1126566"/>
              <a:gd name="connsiteX187" fmla="*/ 801216 w 12192000"/>
              <a:gd name="connsiteY187" fmla="*/ 59226 h 1126566"/>
              <a:gd name="connsiteX188" fmla="*/ 832892 w 12192000"/>
              <a:gd name="connsiteY188" fmla="*/ 62069 h 1126566"/>
              <a:gd name="connsiteX189" fmla="*/ 852003 w 12192000"/>
              <a:gd name="connsiteY189" fmla="*/ 61064 h 1126566"/>
              <a:gd name="connsiteX190" fmla="*/ 870719 w 12192000"/>
              <a:gd name="connsiteY190" fmla="*/ 47209 h 1126566"/>
              <a:gd name="connsiteX191" fmla="*/ 883786 w 12192000"/>
              <a:gd name="connsiteY191" fmla="*/ 45814 h 1126566"/>
              <a:gd name="connsiteX192" fmla="*/ 886400 w 12192000"/>
              <a:gd name="connsiteY192" fmla="*/ 43909 h 1126566"/>
              <a:gd name="connsiteX193" fmla="*/ 893881 w 12192000"/>
              <a:gd name="connsiteY193" fmla="*/ 40197 h 1126566"/>
              <a:gd name="connsiteX194" fmla="*/ 886282 w 12192000"/>
              <a:gd name="connsiteY194" fmla="*/ 36610 h 1126566"/>
              <a:gd name="connsiteX195" fmla="*/ 882653 w 12192000"/>
              <a:gd name="connsiteY195" fmla="*/ 24486 h 1126566"/>
              <a:gd name="connsiteX196" fmla="*/ 898087 w 12192000"/>
              <a:gd name="connsiteY196" fmla="*/ 11454 h 1126566"/>
              <a:gd name="connsiteX197" fmla="*/ 914199 w 12192000"/>
              <a:gd name="connsiteY197" fmla="*/ 6975 h 1126566"/>
              <a:gd name="connsiteX198" fmla="*/ 929751 w 12192000"/>
              <a:gd name="connsiteY198" fmla="*/ 5510 h 1126566"/>
              <a:gd name="connsiteX199" fmla="*/ 938844 w 12192000"/>
              <a:gd name="connsiteY199" fmla="*/ 8681 h 1126566"/>
              <a:gd name="connsiteX200" fmla="*/ 944941 w 12192000"/>
              <a:gd name="connsiteY200" fmla="*/ 6855 h 1126566"/>
              <a:gd name="connsiteX201" fmla="*/ 954142 w 12192000"/>
              <a:gd name="connsiteY201" fmla="*/ 8799 h 1126566"/>
              <a:gd name="connsiteX202" fmla="*/ 968213 w 12192000"/>
              <a:gd name="connsiteY202" fmla="*/ 19791 h 1126566"/>
              <a:gd name="connsiteX203" fmla="*/ 1177886 w 12192000"/>
              <a:gd name="connsiteY203" fmla="*/ 30728 h 1126566"/>
              <a:gd name="connsiteX204" fmla="*/ 1305018 w 12192000"/>
              <a:gd name="connsiteY204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384334 w 12192000"/>
              <a:gd name="connsiteY26" fmla="*/ 173113 h 1126566"/>
              <a:gd name="connsiteX27" fmla="*/ 2396234 w 12192000"/>
              <a:gd name="connsiteY27" fmla="*/ 176379 h 1126566"/>
              <a:gd name="connsiteX28" fmla="*/ 2406730 w 12192000"/>
              <a:gd name="connsiteY28" fmla="*/ 184179 h 1126566"/>
              <a:gd name="connsiteX29" fmla="*/ 2829718 w 12192000"/>
              <a:gd name="connsiteY29" fmla="*/ 242215 h 1126566"/>
              <a:gd name="connsiteX30" fmla="*/ 3028662 w 12192000"/>
              <a:gd name="connsiteY30" fmla="*/ 219550 h 1126566"/>
              <a:gd name="connsiteX31" fmla="*/ 3107019 w 12192000"/>
              <a:gd name="connsiteY31" fmla="*/ 220240 h 1126566"/>
              <a:gd name="connsiteX32" fmla="*/ 3116698 w 12192000"/>
              <a:gd name="connsiteY32" fmla="*/ 226983 h 1126566"/>
              <a:gd name="connsiteX33" fmla="*/ 3231577 w 12192000"/>
              <a:gd name="connsiteY33" fmla="*/ 202023 h 1126566"/>
              <a:gd name="connsiteX34" fmla="*/ 3386687 w 12192000"/>
              <a:gd name="connsiteY34" fmla="*/ 218190 h 1126566"/>
              <a:gd name="connsiteX35" fmla="*/ 3501680 w 12192000"/>
              <a:gd name="connsiteY35" fmla="*/ 238841 h 1126566"/>
              <a:gd name="connsiteX36" fmla="*/ 3567038 w 12192000"/>
              <a:gd name="connsiteY36" fmla="*/ 246771 h 1126566"/>
              <a:gd name="connsiteX37" fmla="*/ 3613626 w 12192000"/>
              <a:gd name="connsiteY37" fmla="*/ 256591 h 1126566"/>
              <a:gd name="connsiteX38" fmla="*/ 3737444 w 12192000"/>
              <a:gd name="connsiteY38" fmla="*/ 259793 h 1126566"/>
              <a:gd name="connsiteX39" fmla="*/ 3944870 w 12192000"/>
              <a:gd name="connsiteY39" fmla="*/ 255991 h 1126566"/>
              <a:gd name="connsiteX40" fmla="*/ 4092172 w 12192000"/>
              <a:gd name="connsiteY40" fmla="*/ 290617 h 1126566"/>
              <a:gd name="connsiteX41" fmla="*/ 4176434 w 12192000"/>
              <a:gd name="connsiteY41" fmla="*/ 272187 h 1126566"/>
              <a:gd name="connsiteX42" fmla="*/ 4269617 w 12192000"/>
              <a:gd name="connsiteY42" fmla="*/ 283947 h 1126566"/>
              <a:gd name="connsiteX43" fmla="*/ 4638729 w 12192000"/>
              <a:gd name="connsiteY43" fmla="*/ 274806 h 1126566"/>
              <a:gd name="connsiteX44" fmla="*/ 4877121 w 12192000"/>
              <a:gd name="connsiteY44" fmla="*/ 263049 h 1126566"/>
              <a:gd name="connsiteX45" fmla="*/ 4910175 w 12192000"/>
              <a:gd name="connsiteY45" fmla="*/ 258887 h 1126566"/>
              <a:gd name="connsiteX46" fmla="*/ 4910653 w 12192000"/>
              <a:gd name="connsiteY46" fmla="*/ 256337 h 1126566"/>
              <a:gd name="connsiteX47" fmla="*/ 4915901 w 12192000"/>
              <a:gd name="connsiteY47" fmla="*/ 255646 h 1126566"/>
              <a:gd name="connsiteX48" fmla="*/ 4919888 w 12192000"/>
              <a:gd name="connsiteY48" fmla="*/ 257665 h 1126566"/>
              <a:gd name="connsiteX49" fmla="*/ 4926150 w 12192000"/>
              <a:gd name="connsiteY49" fmla="*/ 256877 h 1126566"/>
              <a:gd name="connsiteX50" fmla="*/ 4943081 w 12192000"/>
              <a:gd name="connsiteY50" fmla="*/ 255402 h 1126566"/>
              <a:gd name="connsiteX51" fmla="*/ 4949875 w 12192000"/>
              <a:gd name="connsiteY51" fmla="*/ 250755 h 1126566"/>
              <a:gd name="connsiteX52" fmla="*/ 5034125 w 12192000"/>
              <a:gd name="connsiteY52" fmla="*/ 251561 h 1126566"/>
              <a:gd name="connsiteX53" fmla="*/ 5058873 w 12192000"/>
              <a:gd name="connsiteY53" fmla="*/ 245283 h 1126566"/>
              <a:gd name="connsiteX54" fmla="*/ 5123651 w 12192000"/>
              <a:gd name="connsiteY54" fmla="*/ 248360 h 1126566"/>
              <a:gd name="connsiteX55" fmla="*/ 5197539 w 12192000"/>
              <a:gd name="connsiteY55" fmla="*/ 245352 h 1126566"/>
              <a:gd name="connsiteX56" fmla="*/ 5250946 w 12192000"/>
              <a:gd name="connsiteY56" fmla="*/ 239095 h 1126566"/>
              <a:gd name="connsiteX57" fmla="*/ 5388817 w 12192000"/>
              <a:gd name="connsiteY57" fmla="*/ 245059 h 1126566"/>
              <a:gd name="connsiteX58" fmla="*/ 5618162 w 12192000"/>
              <a:gd name="connsiteY58" fmla="*/ 264094 h 1126566"/>
              <a:gd name="connsiteX59" fmla="*/ 5666664 w 12192000"/>
              <a:gd name="connsiteY59" fmla="*/ 266098 h 1126566"/>
              <a:gd name="connsiteX60" fmla="*/ 5715324 w 12192000"/>
              <a:gd name="connsiteY60" fmla="*/ 251101 h 1126566"/>
              <a:gd name="connsiteX61" fmla="*/ 5741796 w 12192000"/>
              <a:gd name="connsiteY61" fmla="*/ 250897 h 1126566"/>
              <a:gd name="connsiteX62" fmla="*/ 5748565 w 12192000"/>
              <a:gd name="connsiteY62" fmla="*/ 249142 h 1126566"/>
              <a:gd name="connsiteX63" fmla="*/ 5787667 w 12192000"/>
              <a:gd name="connsiteY63" fmla="*/ 240782 h 1126566"/>
              <a:gd name="connsiteX64" fmla="*/ 5877829 w 12192000"/>
              <a:gd name="connsiteY64" fmla="*/ 265178 h 1126566"/>
              <a:gd name="connsiteX65" fmla="*/ 5946099 w 12192000"/>
              <a:gd name="connsiteY65" fmla="*/ 275229 h 1126566"/>
              <a:gd name="connsiteX66" fmla="*/ 5951885 w 12192000"/>
              <a:gd name="connsiteY66" fmla="*/ 273306 h 1126566"/>
              <a:gd name="connsiteX67" fmla="*/ 5957187 w 12192000"/>
              <a:gd name="connsiteY67" fmla="*/ 267506 h 1126566"/>
              <a:gd name="connsiteX68" fmla="*/ 5969996 w 12192000"/>
              <a:gd name="connsiteY68" fmla="*/ 266279 h 1126566"/>
              <a:gd name="connsiteX69" fmla="*/ 5983257 w 12192000"/>
              <a:gd name="connsiteY69" fmla="*/ 260438 h 1126566"/>
              <a:gd name="connsiteX70" fmla="*/ 6390944 w 12192000"/>
              <a:gd name="connsiteY70" fmla="*/ 296657 h 1126566"/>
              <a:gd name="connsiteX71" fmla="*/ 6472553 w 12192000"/>
              <a:gd name="connsiteY71" fmla="*/ 327261 h 1126566"/>
              <a:gd name="connsiteX72" fmla="*/ 6598839 w 12192000"/>
              <a:gd name="connsiteY72" fmla="*/ 327138 h 1126566"/>
              <a:gd name="connsiteX73" fmla="*/ 6674894 w 12192000"/>
              <a:gd name="connsiteY73" fmla="*/ 339184 h 1126566"/>
              <a:gd name="connsiteX74" fmla="*/ 6686944 w 12192000"/>
              <a:gd name="connsiteY74" fmla="*/ 334233 h 1126566"/>
              <a:gd name="connsiteX75" fmla="*/ 6788093 w 12192000"/>
              <a:gd name="connsiteY75" fmla="*/ 377012 h 1126566"/>
              <a:gd name="connsiteX76" fmla="*/ 6944546 w 12192000"/>
              <a:gd name="connsiteY76" fmla="*/ 386543 h 1126566"/>
              <a:gd name="connsiteX77" fmla="*/ 7063994 w 12192000"/>
              <a:gd name="connsiteY77" fmla="*/ 385228 h 1126566"/>
              <a:gd name="connsiteX78" fmla="*/ 7130364 w 12192000"/>
              <a:gd name="connsiteY78" fmla="*/ 388164 h 1126566"/>
              <a:gd name="connsiteX79" fmla="*/ 7179335 w 12192000"/>
              <a:gd name="connsiteY79" fmla="*/ 386225 h 1126566"/>
              <a:gd name="connsiteX80" fmla="*/ 7300357 w 12192000"/>
              <a:gd name="connsiteY80" fmla="*/ 403218 h 1126566"/>
              <a:gd name="connsiteX81" fmla="*/ 7499445 w 12192000"/>
              <a:gd name="connsiteY81" fmla="*/ 440549 h 1126566"/>
              <a:gd name="connsiteX82" fmla="*/ 7655710 w 12192000"/>
              <a:gd name="connsiteY82" fmla="*/ 430962 h 1126566"/>
              <a:gd name="connsiteX83" fmla="*/ 7729851 w 12192000"/>
              <a:gd name="connsiteY83" fmla="*/ 462457 h 1126566"/>
              <a:gd name="connsiteX84" fmla="*/ 7824660 w 12192000"/>
              <a:gd name="connsiteY84" fmla="*/ 466203 h 1126566"/>
              <a:gd name="connsiteX85" fmla="*/ 8277851 w 12192000"/>
              <a:gd name="connsiteY85" fmla="*/ 502630 h 1126566"/>
              <a:gd name="connsiteX86" fmla="*/ 8382461 w 12192000"/>
              <a:gd name="connsiteY86" fmla="*/ 526824 h 1126566"/>
              <a:gd name="connsiteX87" fmla="*/ 8594502 w 12192000"/>
              <a:gd name="connsiteY87" fmla="*/ 613607 h 1126566"/>
              <a:gd name="connsiteX88" fmla="*/ 8862814 w 12192000"/>
              <a:gd name="connsiteY88" fmla="*/ 645618 h 1126566"/>
              <a:gd name="connsiteX89" fmla="*/ 8880244 w 12192000"/>
              <a:gd name="connsiteY89" fmla="*/ 661466 h 1126566"/>
              <a:gd name="connsiteX90" fmla="*/ 8885004 w 12192000"/>
              <a:gd name="connsiteY90" fmla="*/ 663655 h 1126566"/>
              <a:gd name="connsiteX91" fmla="*/ 8886720 w 12192000"/>
              <a:gd name="connsiteY91" fmla="*/ 662879 h 1126566"/>
              <a:gd name="connsiteX92" fmla="*/ 8912175 w 12192000"/>
              <a:gd name="connsiteY92" fmla="*/ 660908 h 1126566"/>
              <a:gd name="connsiteX93" fmla="*/ 8969814 w 12192000"/>
              <a:gd name="connsiteY93" fmla="*/ 639833 h 1126566"/>
              <a:gd name="connsiteX94" fmla="*/ 8996241 w 12192000"/>
              <a:gd name="connsiteY94" fmla="*/ 655221 h 1126566"/>
              <a:gd name="connsiteX95" fmla="*/ 9092152 w 12192000"/>
              <a:gd name="connsiteY95" fmla="*/ 609097 h 1126566"/>
              <a:gd name="connsiteX96" fmla="*/ 9156546 w 12192000"/>
              <a:gd name="connsiteY96" fmla="*/ 585468 h 1126566"/>
              <a:gd name="connsiteX97" fmla="*/ 9194830 w 12192000"/>
              <a:gd name="connsiteY97" fmla="*/ 571148 h 1126566"/>
              <a:gd name="connsiteX98" fmla="*/ 9314188 w 12192000"/>
              <a:gd name="connsiteY98" fmla="*/ 547301 h 1126566"/>
              <a:gd name="connsiteX99" fmla="*/ 9554706 w 12192000"/>
              <a:gd name="connsiteY99" fmla="*/ 542666 h 1126566"/>
              <a:gd name="connsiteX100" fmla="*/ 9616141 w 12192000"/>
              <a:gd name="connsiteY100" fmla="*/ 530976 h 1126566"/>
              <a:gd name="connsiteX101" fmla="*/ 9620146 w 12192000"/>
              <a:gd name="connsiteY101" fmla="*/ 524035 h 1126566"/>
              <a:gd name="connsiteX102" fmla="*/ 9724197 w 12192000"/>
              <a:gd name="connsiteY102" fmla="*/ 528337 h 1126566"/>
              <a:gd name="connsiteX103" fmla="*/ 9837846 w 12192000"/>
              <a:gd name="connsiteY103" fmla="*/ 492977 h 1126566"/>
              <a:gd name="connsiteX104" fmla="*/ 9917440 w 12192000"/>
              <a:gd name="connsiteY104" fmla="*/ 459605 h 1126566"/>
              <a:gd name="connsiteX105" fmla="*/ 9918439 w 12192000"/>
              <a:gd name="connsiteY105" fmla="*/ 453114 h 1126566"/>
              <a:gd name="connsiteX106" fmla="*/ 9925811 w 12192000"/>
              <a:gd name="connsiteY106" fmla="*/ 452486 h 1126566"/>
              <a:gd name="connsiteX107" fmla="*/ 9933026 w 12192000"/>
              <a:gd name="connsiteY107" fmla="*/ 457540 h 1126566"/>
              <a:gd name="connsiteX108" fmla="*/ 9988183 w 12192000"/>
              <a:gd name="connsiteY108" fmla="*/ 448079 h 1126566"/>
              <a:gd name="connsiteX109" fmla="*/ 9991965 w 12192000"/>
              <a:gd name="connsiteY109" fmla="*/ 435969 h 1126566"/>
              <a:gd name="connsiteX110" fmla="*/ 9986932 w 12192000"/>
              <a:gd name="connsiteY110" fmla="*/ 431168 h 1126566"/>
              <a:gd name="connsiteX111" fmla="*/ 9996190 w 12192000"/>
              <a:gd name="connsiteY111" fmla="*/ 429066 h 1126566"/>
              <a:gd name="connsiteX112" fmla="*/ 9999786 w 12192000"/>
              <a:gd name="connsiteY112" fmla="*/ 427758 h 1126566"/>
              <a:gd name="connsiteX113" fmla="*/ 10012936 w 12192000"/>
              <a:gd name="connsiteY113" fmla="*/ 428884 h 1126566"/>
              <a:gd name="connsiteX114" fmla="*/ 10038815 w 12192000"/>
              <a:gd name="connsiteY114" fmla="*/ 419316 h 1126566"/>
              <a:gd name="connsiteX115" fmla="*/ 10057432 w 12192000"/>
              <a:gd name="connsiteY115" fmla="*/ 421938 h 1126566"/>
              <a:gd name="connsiteX116" fmla="*/ 10121534 w 12192000"/>
              <a:gd name="connsiteY116" fmla="*/ 437514 h 1126566"/>
              <a:gd name="connsiteX117" fmla="*/ 10199200 w 12192000"/>
              <a:gd name="connsiteY117" fmla="*/ 438197 h 1126566"/>
              <a:gd name="connsiteX118" fmla="*/ 10245648 w 12192000"/>
              <a:gd name="connsiteY118" fmla="*/ 438831 h 1126566"/>
              <a:gd name="connsiteX119" fmla="*/ 10369590 w 12192000"/>
              <a:gd name="connsiteY119" fmla="*/ 423377 h 1126566"/>
              <a:gd name="connsiteX120" fmla="*/ 10575777 w 12192000"/>
              <a:gd name="connsiteY120" fmla="*/ 355859 h 1126566"/>
              <a:gd name="connsiteX121" fmla="*/ 10638984 w 12192000"/>
              <a:gd name="connsiteY121" fmla="*/ 347416 h 1126566"/>
              <a:gd name="connsiteX122" fmla="*/ 10649306 w 12192000"/>
              <a:gd name="connsiteY122" fmla="*/ 352042 h 1126566"/>
              <a:gd name="connsiteX123" fmla="*/ 10732175 w 12192000"/>
              <a:gd name="connsiteY123" fmla="*/ 317549 h 1126566"/>
              <a:gd name="connsiteX124" fmla="*/ 10862886 w 12192000"/>
              <a:gd name="connsiteY124" fmla="*/ 313438 h 1126566"/>
              <a:gd name="connsiteX125" fmla="*/ 10963063 w 12192000"/>
              <a:gd name="connsiteY125" fmla="*/ 317771 h 1126566"/>
              <a:gd name="connsiteX126" fmla="*/ 11018562 w 12192000"/>
              <a:gd name="connsiteY126" fmla="*/ 316991 h 1126566"/>
              <a:gd name="connsiteX127" fmla="*/ 11059692 w 12192000"/>
              <a:gd name="connsiteY127" fmla="*/ 319983 h 1126566"/>
              <a:gd name="connsiteX128" fmla="*/ 11160371 w 12192000"/>
              <a:gd name="connsiteY128" fmla="*/ 308440 h 1126566"/>
              <a:gd name="connsiteX129" fmla="*/ 11178386 w 12192000"/>
              <a:gd name="connsiteY129" fmla="*/ 299490 h 1126566"/>
              <a:gd name="connsiteX130" fmla="*/ 11192494 w 12192000"/>
              <a:gd name="connsiteY130" fmla="*/ 296221 h 1126566"/>
              <a:gd name="connsiteX131" fmla="*/ 11199770 w 12192000"/>
              <a:gd name="connsiteY131" fmla="*/ 299772 h 1126566"/>
              <a:gd name="connsiteX132" fmla="*/ 11217258 w 12192000"/>
              <a:gd name="connsiteY132" fmla="*/ 293681 h 1126566"/>
              <a:gd name="connsiteX133" fmla="*/ 11245798 w 12192000"/>
              <a:gd name="connsiteY133" fmla="*/ 292170 h 1126566"/>
              <a:gd name="connsiteX134" fmla="*/ 11255992 w 12192000"/>
              <a:gd name="connsiteY134" fmla="*/ 291919 h 1126566"/>
              <a:gd name="connsiteX135" fmla="*/ 11264859 w 12192000"/>
              <a:gd name="connsiteY135" fmla="*/ 293937 h 1126566"/>
              <a:gd name="connsiteX136" fmla="*/ 11276151 w 12192000"/>
              <a:gd name="connsiteY136" fmla="*/ 293070 h 1126566"/>
              <a:gd name="connsiteX137" fmla="*/ 11279850 w 12192000"/>
              <a:gd name="connsiteY137" fmla="*/ 291330 h 1126566"/>
              <a:gd name="connsiteX138" fmla="*/ 11290818 w 12192000"/>
              <a:gd name="connsiteY138" fmla="*/ 291060 h 1126566"/>
              <a:gd name="connsiteX139" fmla="*/ 11296248 w 12192000"/>
              <a:gd name="connsiteY139" fmla="*/ 290163 h 1126566"/>
              <a:gd name="connsiteX140" fmla="*/ 11301652 w 12192000"/>
              <a:gd name="connsiteY140" fmla="*/ 290324 h 1126566"/>
              <a:gd name="connsiteX141" fmla="*/ 11339114 w 12192000"/>
              <a:gd name="connsiteY141" fmla="*/ 288153 h 1126566"/>
              <a:gd name="connsiteX142" fmla="*/ 11345146 w 12192000"/>
              <a:gd name="connsiteY142" fmla="*/ 290802 h 1126566"/>
              <a:gd name="connsiteX143" fmla="*/ 11400126 w 12192000"/>
              <a:gd name="connsiteY143" fmla="*/ 292287 h 1126566"/>
              <a:gd name="connsiteX144" fmla="*/ 11400420 w 12192000"/>
              <a:gd name="connsiteY144" fmla="*/ 293758 h 1126566"/>
              <a:gd name="connsiteX145" fmla="*/ 11413889 w 12192000"/>
              <a:gd name="connsiteY145" fmla="*/ 300516 h 1126566"/>
              <a:gd name="connsiteX146" fmla="*/ 11440688 w 12192000"/>
              <a:gd name="connsiteY146" fmla="*/ 310121 h 1126566"/>
              <a:gd name="connsiteX147" fmla="*/ 11496733 w 12192000"/>
              <a:gd name="connsiteY147" fmla="*/ 350225 h 1126566"/>
              <a:gd name="connsiteX148" fmla="*/ 11554005 w 12192000"/>
              <a:gd name="connsiteY148" fmla="*/ 351933 h 1126566"/>
              <a:gd name="connsiteX149" fmla="*/ 11565304 w 12192000"/>
              <a:gd name="connsiteY149" fmla="*/ 353069 h 1126566"/>
              <a:gd name="connsiteX150" fmla="*/ 11565435 w 12192000"/>
              <a:gd name="connsiteY150" fmla="*/ 353419 h 1126566"/>
              <a:gd name="connsiteX151" fmla="*/ 11577168 w 12192000"/>
              <a:gd name="connsiteY151" fmla="*/ 355270 h 1126566"/>
              <a:gd name="connsiteX152" fmla="*/ 11585904 w 12192000"/>
              <a:gd name="connsiteY152" fmla="*/ 355142 h 1126566"/>
              <a:gd name="connsiteX153" fmla="*/ 11607823 w 12192000"/>
              <a:gd name="connsiteY153" fmla="*/ 357347 h 1126566"/>
              <a:gd name="connsiteX154" fmla="*/ 11614746 w 12192000"/>
              <a:gd name="connsiteY154" fmla="*/ 360281 h 1126566"/>
              <a:gd name="connsiteX155" fmla="*/ 11698873 w 12192000"/>
              <a:gd name="connsiteY155" fmla="*/ 397894 h 1126566"/>
              <a:gd name="connsiteX156" fmla="*/ 11779739 w 12192000"/>
              <a:gd name="connsiteY156" fmla="*/ 457323 h 1126566"/>
              <a:gd name="connsiteX157" fmla="*/ 11828107 w 12192000"/>
              <a:gd name="connsiteY157" fmla="*/ 477948 h 1126566"/>
              <a:gd name="connsiteX158" fmla="*/ 11866598 w 12192000"/>
              <a:gd name="connsiteY158" fmla="*/ 486803 h 1126566"/>
              <a:gd name="connsiteX159" fmla="*/ 11916744 w 12192000"/>
              <a:gd name="connsiteY159" fmla="*/ 502917 h 1126566"/>
              <a:gd name="connsiteX160" fmla="*/ 11949248 w 12192000"/>
              <a:gd name="connsiteY160" fmla="*/ 518881 h 1126566"/>
              <a:gd name="connsiteX161" fmla="*/ 11951002 w 12192000"/>
              <a:gd name="connsiteY161" fmla="*/ 518735 h 1126566"/>
              <a:gd name="connsiteX162" fmla="*/ 11957283 w 12192000"/>
              <a:gd name="connsiteY162" fmla="*/ 522828 h 1126566"/>
              <a:gd name="connsiteX163" fmla="*/ 11966535 w 12192000"/>
              <a:gd name="connsiteY163" fmla="*/ 527372 h 1126566"/>
              <a:gd name="connsiteX164" fmla="*/ 12026007 w 12192000"/>
              <a:gd name="connsiteY164" fmla="*/ 534384 h 1126566"/>
              <a:gd name="connsiteX165" fmla="*/ 12035188 w 12192000"/>
              <a:gd name="connsiteY165" fmla="*/ 529609 h 1126566"/>
              <a:gd name="connsiteX166" fmla="*/ 12115225 w 12192000"/>
              <a:gd name="connsiteY166" fmla="*/ 561895 h 1126566"/>
              <a:gd name="connsiteX167" fmla="*/ 12191636 w 12192000"/>
              <a:gd name="connsiteY167" fmla="*/ 558318 h 1126566"/>
              <a:gd name="connsiteX168" fmla="*/ 12192000 w 12192000"/>
              <a:gd name="connsiteY168" fmla="*/ 558295 h 1126566"/>
              <a:gd name="connsiteX169" fmla="*/ 12192000 w 12192000"/>
              <a:gd name="connsiteY169" fmla="*/ 1126566 h 1126566"/>
              <a:gd name="connsiteX170" fmla="*/ 0 w 12192000"/>
              <a:gd name="connsiteY170" fmla="*/ 1126566 h 1126566"/>
              <a:gd name="connsiteX171" fmla="*/ 0 w 12192000"/>
              <a:gd name="connsiteY171" fmla="*/ 401922 h 1126566"/>
              <a:gd name="connsiteX172" fmla="*/ 25242 w 12192000"/>
              <a:gd name="connsiteY172" fmla="*/ 388862 h 1126566"/>
              <a:gd name="connsiteX173" fmla="*/ 96922 w 12192000"/>
              <a:gd name="connsiteY173" fmla="*/ 357381 h 1126566"/>
              <a:gd name="connsiteX174" fmla="*/ 137910 w 12192000"/>
              <a:gd name="connsiteY174" fmla="*/ 314823 h 1126566"/>
              <a:gd name="connsiteX175" fmla="*/ 258712 w 12192000"/>
              <a:gd name="connsiteY175" fmla="*/ 286531 h 1126566"/>
              <a:gd name="connsiteX176" fmla="*/ 316354 w 12192000"/>
              <a:gd name="connsiteY176" fmla="*/ 238529 h 1126566"/>
              <a:gd name="connsiteX177" fmla="*/ 328834 w 12192000"/>
              <a:gd name="connsiteY177" fmla="*/ 240963 h 1126566"/>
              <a:gd name="connsiteX178" fmla="*/ 383414 w 12192000"/>
              <a:gd name="connsiteY178" fmla="*/ 221196 h 1126566"/>
              <a:gd name="connsiteX179" fmla="*/ 537708 w 12192000"/>
              <a:gd name="connsiteY179" fmla="*/ 119020 h 1126566"/>
              <a:gd name="connsiteX180" fmla="*/ 645390 w 12192000"/>
              <a:gd name="connsiteY180" fmla="*/ 81299 h 1126566"/>
              <a:gd name="connsiteX181" fmla="*/ 689561 w 12192000"/>
              <a:gd name="connsiteY181" fmla="*/ 73220 h 1126566"/>
              <a:gd name="connsiteX182" fmla="*/ 763197 w 12192000"/>
              <a:gd name="connsiteY182" fmla="*/ 59356 h 1126566"/>
              <a:gd name="connsiteX183" fmla="*/ 778208 w 12192000"/>
              <a:gd name="connsiteY183" fmla="*/ 63801 h 1126566"/>
              <a:gd name="connsiteX184" fmla="*/ 784725 w 12192000"/>
              <a:gd name="connsiteY184" fmla="*/ 62505 h 1126566"/>
              <a:gd name="connsiteX185" fmla="*/ 785400 w 12192000"/>
              <a:gd name="connsiteY185" fmla="*/ 62796 h 1126566"/>
              <a:gd name="connsiteX186" fmla="*/ 786774 w 12192000"/>
              <a:gd name="connsiteY186" fmla="*/ 62098 h 1126566"/>
              <a:gd name="connsiteX187" fmla="*/ 801216 w 12192000"/>
              <a:gd name="connsiteY187" fmla="*/ 59226 h 1126566"/>
              <a:gd name="connsiteX188" fmla="*/ 832892 w 12192000"/>
              <a:gd name="connsiteY188" fmla="*/ 62069 h 1126566"/>
              <a:gd name="connsiteX189" fmla="*/ 852003 w 12192000"/>
              <a:gd name="connsiteY189" fmla="*/ 61064 h 1126566"/>
              <a:gd name="connsiteX190" fmla="*/ 870719 w 12192000"/>
              <a:gd name="connsiteY190" fmla="*/ 47209 h 1126566"/>
              <a:gd name="connsiteX191" fmla="*/ 883786 w 12192000"/>
              <a:gd name="connsiteY191" fmla="*/ 45814 h 1126566"/>
              <a:gd name="connsiteX192" fmla="*/ 886400 w 12192000"/>
              <a:gd name="connsiteY192" fmla="*/ 43909 h 1126566"/>
              <a:gd name="connsiteX193" fmla="*/ 893881 w 12192000"/>
              <a:gd name="connsiteY193" fmla="*/ 40197 h 1126566"/>
              <a:gd name="connsiteX194" fmla="*/ 886282 w 12192000"/>
              <a:gd name="connsiteY194" fmla="*/ 36610 h 1126566"/>
              <a:gd name="connsiteX195" fmla="*/ 882653 w 12192000"/>
              <a:gd name="connsiteY195" fmla="*/ 24486 h 1126566"/>
              <a:gd name="connsiteX196" fmla="*/ 898087 w 12192000"/>
              <a:gd name="connsiteY196" fmla="*/ 11454 h 1126566"/>
              <a:gd name="connsiteX197" fmla="*/ 914199 w 12192000"/>
              <a:gd name="connsiteY197" fmla="*/ 6975 h 1126566"/>
              <a:gd name="connsiteX198" fmla="*/ 929751 w 12192000"/>
              <a:gd name="connsiteY198" fmla="*/ 5510 h 1126566"/>
              <a:gd name="connsiteX199" fmla="*/ 938844 w 12192000"/>
              <a:gd name="connsiteY199" fmla="*/ 8681 h 1126566"/>
              <a:gd name="connsiteX200" fmla="*/ 944941 w 12192000"/>
              <a:gd name="connsiteY200" fmla="*/ 6855 h 1126566"/>
              <a:gd name="connsiteX201" fmla="*/ 954142 w 12192000"/>
              <a:gd name="connsiteY201" fmla="*/ 8799 h 1126566"/>
              <a:gd name="connsiteX202" fmla="*/ 968213 w 12192000"/>
              <a:gd name="connsiteY202" fmla="*/ 19791 h 1126566"/>
              <a:gd name="connsiteX203" fmla="*/ 1177886 w 12192000"/>
              <a:gd name="connsiteY203" fmla="*/ 30728 h 1126566"/>
              <a:gd name="connsiteX204" fmla="*/ 1305018 w 12192000"/>
              <a:gd name="connsiteY204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384334 w 12192000"/>
              <a:gd name="connsiteY26" fmla="*/ 173113 h 1126566"/>
              <a:gd name="connsiteX27" fmla="*/ 2396234 w 12192000"/>
              <a:gd name="connsiteY27" fmla="*/ 176379 h 1126566"/>
              <a:gd name="connsiteX28" fmla="*/ 2406730 w 12192000"/>
              <a:gd name="connsiteY28" fmla="*/ 184179 h 1126566"/>
              <a:gd name="connsiteX29" fmla="*/ 2829718 w 12192000"/>
              <a:gd name="connsiteY29" fmla="*/ 242215 h 1126566"/>
              <a:gd name="connsiteX30" fmla="*/ 3028662 w 12192000"/>
              <a:gd name="connsiteY30" fmla="*/ 219550 h 1126566"/>
              <a:gd name="connsiteX31" fmla="*/ 3107019 w 12192000"/>
              <a:gd name="connsiteY31" fmla="*/ 220240 h 1126566"/>
              <a:gd name="connsiteX32" fmla="*/ 3116698 w 12192000"/>
              <a:gd name="connsiteY32" fmla="*/ 226983 h 1126566"/>
              <a:gd name="connsiteX33" fmla="*/ 3231577 w 12192000"/>
              <a:gd name="connsiteY33" fmla="*/ 202023 h 1126566"/>
              <a:gd name="connsiteX34" fmla="*/ 3386687 w 12192000"/>
              <a:gd name="connsiteY34" fmla="*/ 218190 h 1126566"/>
              <a:gd name="connsiteX35" fmla="*/ 3501680 w 12192000"/>
              <a:gd name="connsiteY35" fmla="*/ 238841 h 1126566"/>
              <a:gd name="connsiteX36" fmla="*/ 3567038 w 12192000"/>
              <a:gd name="connsiteY36" fmla="*/ 246771 h 1126566"/>
              <a:gd name="connsiteX37" fmla="*/ 3613626 w 12192000"/>
              <a:gd name="connsiteY37" fmla="*/ 256591 h 1126566"/>
              <a:gd name="connsiteX38" fmla="*/ 3737444 w 12192000"/>
              <a:gd name="connsiteY38" fmla="*/ 259793 h 1126566"/>
              <a:gd name="connsiteX39" fmla="*/ 3944870 w 12192000"/>
              <a:gd name="connsiteY39" fmla="*/ 255991 h 1126566"/>
              <a:gd name="connsiteX40" fmla="*/ 4092172 w 12192000"/>
              <a:gd name="connsiteY40" fmla="*/ 290617 h 1126566"/>
              <a:gd name="connsiteX41" fmla="*/ 4176434 w 12192000"/>
              <a:gd name="connsiteY41" fmla="*/ 272187 h 1126566"/>
              <a:gd name="connsiteX42" fmla="*/ 4269617 w 12192000"/>
              <a:gd name="connsiteY42" fmla="*/ 283947 h 1126566"/>
              <a:gd name="connsiteX43" fmla="*/ 4638729 w 12192000"/>
              <a:gd name="connsiteY43" fmla="*/ 274806 h 1126566"/>
              <a:gd name="connsiteX44" fmla="*/ 4877121 w 12192000"/>
              <a:gd name="connsiteY44" fmla="*/ 263049 h 1126566"/>
              <a:gd name="connsiteX45" fmla="*/ 4910175 w 12192000"/>
              <a:gd name="connsiteY45" fmla="*/ 258887 h 1126566"/>
              <a:gd name="connsiteX46" fmla="*/ 4910653 w 12192000"/>
              <a:gd name="connsiteY46" fmla="*/ 256337 h 1126566"/>
              <a:gd name="connsiteX47" fmla="*/ 4915901 w 12192000"/>
              <a:gd name="connsiteY47" fmla="*/ 255646 h 1126566"/>
              <a:gd name="connsiteX48" fmla="*/ 4919888 w 12192000"/>
              <a:gd name="connsiteY48" fmla="*/ 257665 h 1126566"/>
              <a:gd name="connsiteX49" fmla="*/ 4926150 w 12192000"/>
              <a:gd name="connsiteY49" fmla="*/ 256877 h 1126566"/>
              <a:gd name="connsiteX50" fmla="*/ 4943081 w 12192000"/>
              <a:gd name="connsiteY50" fmla="*/ 255402 h 1126566"/>
              <a:gd name="connsiteX51" fmla="*/ 4949875 w 12192000"/>
              <a:gd name="connsiteY51" fmla="*/ 250755 h 1126566"/>
              <a:gd name="connsiteX52" fmla="*/ 5034125 w 12192000"/>
              <a:gd name="connsiteY52" fmla="*/ 251561 h 1126566"/>
              <a:gd name="connsiteX53" fmla="*/ 5058873 w 12192000"/>
              <a:gd name="connsiteY53" fmla="*/ 245283 h 1126566"/>
              <a:gd name="connsiteX54" fmla="*/ 5123651 w 12192000"/>
              <a:gd name="connsiteY54" fmla="*/ 248360 h 1126566"/>
              <a:gd name="connsiteX55" fmla="*/ 5197539 w 12192000"/>
              <a:gd name="connsiteY55" fmla="*/ 245352 h 1126566"/>
              <a:gd name="connsiteX56" fmla="*/ 5250946 w 12192000"/>
              <a:gd name="connsiteY56" fmla="*/ 239095 h 1126566"/>
              <a:gd name="connsiteX57" fmla="*/ 5388817 w 12192000"/>
              <a:gd name="connsiteY57" fmla="*/ 245059 h 1126566"/>
              <a:gd name="connsiteX58" fmla="*/ 5618162 w 12192000"/>
              <a:gd name="connsiteY58" fmla="*/ 264094 h 1126566"/>
              <a:gd name="connsiteX59" fmla="*/ 5666664 w 12192000"/>
              <a:gd name="connsiteY59" fmla="*/ 266098 h 1126566"/>
              <a:gd name="connsiteX60" fmla="*/ 5715324 w 12192000"/>
              <a:gd name="connsiteY60" fmla="*/ 251101 h 1126566"/>
              <a:gd name="connsiteX61" fmla="*/ 5741796 w 12192000"/>
              <a:gd name="connsiteY61" fmla="*/ 250897 h 1126566"/>
              <a:gd name="connsiteX62" fmla="*/ 5748565 w 12192000"/>
              <a:gd name="connsiteY62" fmla="*/ 249142 h 1126566"/>
              <a:gd name="connsiteX63" fmla="*/ 5787667 w 12192000"/>
              <a:gd name="connsiteY63" fmla="*/ 240782 h 1126566"/>
              <a:gd name="connsiteX64" fmla="*/ 5877829 w 12192000"/>
              <a:gd name="connsiteY64" fmla="*/ 265178 h 1126566"/>
              <a:gd name="connsiteX65" fmla="*/ 5946099 w 12192000"/>
              <a:gd name="connsiteY65" fmla="*/ 275229 h 1126566"/>
              <a:gd name="connsiteX66" fmla="*/ 5951885 w 12192000"/>
              <a:gd name="connsiteY66" fmla="*/ 273306 h 1126566"/>
              <a:gd name="connsiteX67" fmla="*/ 5957187 w 12192000"/>
              <a:gd name="connsiteY67" fmla="*/ 267506 h 1126566"/>
              <a:gd name="connsiteX68" fmla="*/ 5969996 w 12192000"/>
              <a:gd name="connsiteY68" fmla="*/ 266279 h 1126566"/>
              <a:gd name="connsiteX69" fmla="*/ 5983257 w 12192000"/>
              <a:gd name="connsiteY69" fmla="*/ 260438 h 1126566"/>
              <a:gd name="connsiteX70" fmla="*/ 6390944 w 12192000"/>
              <a:gd name="connsiteY70" fmla="*/ 296657 h 1126566"/>
              <a:gd name="connsiteX71" fmla="*/ 6472553 w 12192000"/>
              <a:gd name="connsiteY71" fmla="*/ 327261 h 1126566"/>
              <a:gd name="connsiteX72" fmla="*/ 6598839 w 12192000"/>
              <a:gd name="connsiteY72" fmla="*/ 327138 h 1126566"/>
              <a:gd name="connsiteX73" fmla="*/ 6674894 w 12192000"/>
              <a:gd name="connsiteY73" fmla="*/ 339184 h 1126566"/>
              <a:gd name="connsiteX74" fmla="*/ 6686944 w 12192000"/>
              <a:gd name="connsiteY74" fmla="*/ 334233 h 1126566"/>
              <a:gd name="connsiteX75" fmla="*/ 6788093 w 12192000"/>
              <a:gd name="connsiteY75" fmla="*/ 377012 h 1126566"/>
              <a:gd name="connsiteX76" fmla="*/ 6944546 w 12192000"/>
              <a:gd name="connsiteY76" fmla="*/ 386543 h 1126566"/>
              <a:gd name="connsiteX77" fmla="*/ 7063994 w 12192000"/>
              <a:gd name="connsiteY77" fmla="*/ 385228 h 1126566"/>
              <a:gd name="connsiteX78" fmla="*/ 7130364 w 12192000"/>
              <a:gd name="connsiteY78" fmla="*/ 388164 h 1126566"/>
              <a:gd name="connsiteX79" fmla="*/ 7179335 w 12192000"/>
              <a:gd name="connsiteY79" fmla="*/ 386225 h 1126566"/>
              <a:gd name="connsiteX80" fmla="*/ 7300357 w 12192000"/>
              <a:gd name="connsiteY80" fmla="*/ 403218 h 1126566"/>
              <a:gd name="connsiteX81" fmla="*/ 7499445 w 12192000"/>
              <a:gd name="connsiteY81" fmla="*/ 440549 h 1126566"/>
              <a:gd name="connsiteX82" fmla="*/ 7655710 w 12192000"/>
              <a:gd name="connsiteY82" fmla="*/ 430962 h 1126566"/>
              <a:gd name="connsiteX83" fmla="*/ 7729851 w 12192000"/>
              <a:gd name="connsiteY83" fmla="*/ 462457 h 1126566"/>
              <a:gd name="connsiteX84" fmla="*/ 7824660 w 12192000"/>
              <a:gd name="connsiteY84" fmla="*/ 466203 h 1126566"/>
              <a:gd name="connsiteX85" fmla="*/ 8277851 w 12192000"/>
              <a:gd name="connsiteY85" fmla="*/ 502630 h 1126566"/>
              <a:gd name="connsiteX86" fmla="*/ 8382461 w 12192000"/>
              <a:gd name="connsiteY86" fmla="*/ 526824 h 1126566"/>
              <a:gd name="connsiteX87" fmla="*/ 8594502 w 12192000"/>
              <a:gd name="connsiteY87" fmla="*/ 613607 h 1126566"/>
              <a:gd name="connsiteX88" fmla="*/ 8808358 w 12192000"/>
              <a:gd name="connsiteY88" fmla="*/ 654694 h 1126566"/>
              <a:gd name="connsiteX89" fmla="*/ 8880244 w 12192000"/>
              <a:gd name="connsiteY89" fmla="*/ 661466 h 1126566"/>
              <a:gd name="connsiteX90" fmla="*/ 8885004 w 12192000"/>
              <a:gd name="connsiteY90" fmla="*/ 663655 h 1126566"/>
              <a:gd name="connsiteX91" fmla="*/ 8886720 w 12192000"/>
              <a:gd name="connsiteY91" fmla="*/ 662879 h 1126566"/>
              <a:gd name="connsiteX92" fmla="*/ 8912175 w 12192000"/>
              <a:gd name="connsiteY92" fmla="*/ 660908 h 1126566"/>
              <a:gd name="connsiteX93" fmla="*/ 8969814 w 12192000"/>
              <a:gd name="connsiteY93" fmla="*/ 639833 h 1126566"/>
              <a:gd name="connsiteX94" fmla="*/ 8996241 w 12192000"/>
              <a:gd name="connsiteY94" fmla="*/ 655221 h 1126566"/>
              <a:gd name="connsiteX95" fmla="*/ 9092152 w 12192000"/>
              <a:gd name="connsiteY95" fmla="*/ 609097 h 1126566"/>
              <a:gd name="connsiteX96" fmla="*/ 9156546 w 12192000"/>
              <a:gd name="connsiteY96" fmla="*/ 585468 h 1126566"/>
              <a:gd name="connsiteX97" fmla="*/ 9194830 w 12192000"/>
              <a:gd name="connsiteY97" fmla="*/ 571148 h 1126566"/>
              <a:gd name="connsiteX98" fmla="*/ 9314188 w 12192000"/>
              <a:gd name="connsiteY98" fmla="*/ 547301 h 1126566"/>
              <a:gd name="connsiteX99" fmla="*/ 9554706 w 12192000"/>
              <a:gd name="connsiteY99" fmla="*/ 542666 h 1126566"/>
              <a:gd name="connsiteX100" fmla="*/ 9616141 w 12192000"/>
              <a:gd name="connsiteY100" fmla="*/ 530976 h 1126566"/>
              <a:gd name="connsiteX101" fmla="*/ 9620146 w 12192000"/>
              <a:gd name="connsiteY101" fmla="*/ 524035 h 1126566"/>
              <a:gd name="connsiteX102" fmla="*/ 9724197 w 12192000"/>
              <a:gd name="connsiteY102" fmla="*/ 528337 h 1126566"/>
              <a:gd name="connsiteX103" fmla="*/ 9837846 w 12192000"/>
              <a:gd name="connsiteY103" fmla="*/ 492977 h 1126566"/>
              <a:gd name="connsiteX104" fmla="*/ 9917440 w 12192000"/>
              <a:gd name="connsiteY104" fmla="*/ 459605 h 1126566"/>
              <a:gd name="connsiteX105" fmla="*/ 9918439 w 12192000"/>
              <a:gd name="connsiteY105" fmla="*/ 453114 h 1126566"/>
              <a:gd name="connsiteX106" fmla="*/ 9925811 w 12192000"/>
              <a:gd name="connsiteY106" fmla="*/ 452486 h 1126566"/>
              <a:gd name="connsiteX107" fmla="*/ 9933026 w 12192000"/>
              <a:gd name="connsiteY107" fmla="*/ 457540 h 1126566"/>
              <a:gd name="connsiteX108" fmla="*/ 9988183 w 12192000"/>
              <a:gd name="connsiteY108" fmla="*/ 448079 h 1126566"/>
              <a:gd name="connsiteX109" fmla="*/ 9991965 w 12192000"/>
              <a:gd name="connsiteY109" fmla="*/ 435969 h 1126566"/>
              <a:gd name="connsiteX110" fmla="*/ 9986932 w 12192000"/>
              <a:gd name="connsiteY110" fmla="*/ 431168 h 1126566"/>
              <a:gd name="connsiteX111" fmla="*/ 9996190 w 12192000"/>
              <a:gd name="connsiteY111" fmla="*/ 429066 h 1126566"/>
              <a:gd name="connsiteX112" fmla="*/ 9999786 w 12192000"/>
              <a:gd name="connsiteY112" fmla="*/ 427758 h 1126566"/>
              <a:gd name="connsiteX113" fmla="*/ 10012936 w 12192000"/>
              <a:gd name="connsiteY113" fmla="*/ 428884 h 1126566"/>
              <a:gd name="connsiteX114" fmla="*/ 10038815 w 12192000"/>
              <a:gd name="connsiteY114" fmla="*/ 419316 h 1126566"/>
              <a:gd name="connsiteX115" fmla="*/ 10057432 w 12192000"/>
              <a:gd name="connsiteY115" fmla="*/ 421938 h 1126566"/>
              <a:gd name="connsiteX116" fmla="*/ 10121534 w 12192000"/>
              <a:gd name="connsiteY116" fmla="*/ 437514 h 1126566"/>
              <a:gd name="connsiteX117" fmla="*/ 10199200 w 12192000"/>
              <a:gd name="connsiteY117" fmla="*/ 438197 h 1126566"/>
              <a:gd name="connsiteX118" fmla="*/ 10245648 w 12192000"/>
              <a:gd name="connsiteY118" fmla="*/ 438831 h 1126566"/>
              <a:gd name="connsiteX119" fmla="*/ 10369590 w 12192000"/>
              <a:gd name="connsiteY119" fmla="*/ 423377 h 1126566"/>
              <a:gd name="connsiteX120" fmla="*/ 10575777 w 12192000"/>
              <a:gd name="connsiteY120" fmla="*/ 355859 h 1126566"/>
              <a:gd name="connsiteX121" fmla="*/ 10638984 w 12192000"/>
              <a:gd name="connsiteY121" fmla="*/ 347416 h 1126566"/>
              <a:gd name="connsiteX122" fmla="*/ 10649306 w 12192000"/>
              <a:gd name="connsiteY122" fmla="*/ 352042 h 1126566"/>
              <a:gd name="connsiteX123" fmla="*/ 10732175 w 12192000"/>
              <a:gd name="connsiteY123" fmla="*/ 317549 h 1126566"/>
              <a:gd name="connsiteX124" fmla="*/ 10862886 w 12192000"/>
              <a:gd name="connsiteY124" fmla="*/ 313438 h 1126566"/>
              <a:gd name="connsiteX125" fmla="*/ 10963063 w 12192000"/>
              <a:gd name="connsiteY125" fmla="*/ 317771 h 1126566"/>
              <a:gd name="connsiteX126" fmla="*/ 11018562 w 12192000"/>
              <a:gd name="connsiteY126" fmla="*/ 316991 h 1126566"/>
              <a:gd name="connsiteX127" fmla="*/ 11059692 w 12192000"/>
              <a:gd name="connsiteY127" fmla="*/ 319983 h 1126566"/>
              <a:gd name="connsiteX128" fmla="*/ 11160371 w 12192000"/>
              <a:gd name="connsiteY128" fmla="*/ 308440 h 1126566"/>
              <a:gd name="connsiteX129" fmla="*/ 11178386 w 12192000"/>
              <a:gd name="connsiteY129" fmla="*/ 299490 h 1126566"/>
              <a:gd name="connsiteX130" fmla="*/ 11192494 w 12192000"/>
              <a:gd name="connsiteY130" fmla="*/ 296221 h 1126566"/>
              <a:gd name="connsiteX131" fmla="*/ 11199770 w 12192000"/>
              <a:gd name="connsiteY131" fmla="*/ 299772 h 1126566"/>
              <a:gd name="connsiteX132" fmla="*/ 11217258 w 12192000"/>
              <a:gd name="connsiteY132" fmla="*/ 293681 h 1126566"/>
              <a:gd name="connsiteX133" fmla="*/ 11245798 w 12192000"/>
              <a:gd name="connsiteY133" fmla="*/ 292170 h 1126566"/>
              <a:gd name="connsiteX134" fmla="*/ 11255992 w 12192000"/>
              <a:gd name="connsiteY134" fmla="*/ 291919 h 1126566"/>
              <a:gd name="connsiteX135" fmla="*/ 11264859 w 12192000"/>
              <a:gd name="connsiteY135" fmla="*/ 293937 h 1126566"/>
              <a:gd name="connsiteX136" fmla="*/ 11276151 w 12192000"/>
              <a:gd name="connsiteY136" fmla="*/ 293070 h 1126566"/>
              <a:gd name="connsiteX137" fmla="*/ 11279850 w 12192000"/>
              <a:gd name="connsiteY137" fmla="*/ 291330 h 1126566"/>
              <a:gd name="connsiteX138" fmla="*/ 11290818 w 12192000"/>
              <a:gd name="connsiteY138" fmla="*/ 291060 h 1126566"/>
              <a:gd name="connsiteX139" fmla="*/ 11296248 w 12192000"/>
              <a:gd name="connsiteY139" fmla="*/ 290163 h 1126566"/>
              <a:gd name="connsiteX140" fmla="*/ 11301652 w 12192000"/>
              <a:gd name="connsiteY140" fmla="*/ 290324 h 1126566"/>
              <a:gd name="connsiteX141" fmla="*/ 11339114 w 12192000"/>
              <a:gd name="connsiteY141" fmla="*/ 288153 h 1126566"/>
              <a:gd name="connsiteX142" fmla="*/ 11345146 w 12192000"/>
              <a:gd name="connsiteY142" fmla="*/ 290802 h 1126566"/>
              <a:gd name="connsiteX143" fmla="*/ 11400126 w 12192000"/>
              <a:gd name="connsiteY143" fmla="*/ 292287 h 1126566"/>
              <a:gd name="connsiteX144" fmla="*/ 11400420 w 12192000"/>
              <a:gd name="connsiteY144" fmla="*/ 293758 h 1126566"/>
              <a:gd name="connsiteX145" fmla="*/ 11413889 w 12192000"/>
              <a:gd name="connsiteY145" fmla="*/ 300516 h 1126566"/>
              <a:gd name="connsiteX146" fmla="*/ 11440688 w 12192000"/>
              <a:gd name="connsiteY146" fmla="*/ 310121 h 1126566"/>
              <a:gd name="connsiteX147" fmla="*/ 11496733 w 12192000"/>
              <a:gd name="connsiteY147" fmla="*/ 350225 h 1126566"/>
              <a:gd name="connsiteX148" fmla="*/ 11554005 w 12192000"/>
              <a:gd name="connsiteY148" fmla="*/ 351933 h 1126566"/>
              <a:gd name="connsiteX149" fmla="*/ 11565304 w 12192000"/>
              <a:gd name="connsiteY149" fmla="*/ 353069 h 1126566"/>
              <a:gd name="connsiteX150" fmla="*/ 11565435 w 12192000"/>
              <a:gd name="connsiteY150" fmla="*/ 353419 h 1126566"/>
              <a:gd name="connsiteX151" fmla="*/ 11577168 w 12192000"/>
              <a:gd name="connsiteY151" fmla="*/ 355270 h 1126566"/>
              <a:gd name="connsiteX152" fmla="*/ 11585904 w 12192000"/>
              <a:gd name="connsiteY152" fmla="*/ 355142 h 1126566"/>
              <a:gd name="connsiteX153" fmla="*/ 11607823 w 12192000"/>
              <a:gd name="connsiteY153" fmla="*/ 357347 h 1126566"/>
              <a:gd name="connsiteX154" fmla="*/ 11614746 w 12192000"/>
              <a:gd name="connsiteY154" fmla="*/ 360281 h 1126566"/>
              <a:gd name="connsiteX155" fmla="*/ 11698873 w 12192000"/>
              <a:gd name="connsiteY155" fmla="*/ 397894 h 1126566"/>
              <a:gd name="connsiteX156" fmla="*/ 11779739 w 12192000"/>
              <a:gd name="connsiteY156" fmla="*/ 457323 h 1126566"/>
              <a:gd name="connsiteX157" fmla="*/ 11828107 w 12192000"/>
              <a:gd name="connsiteY157" fmla="*/ 477948 h 1126566"/>
              <a:gd name="connsiteX158" fmla="*/ 11866598 w 12192000"/>
              <a:gd name="connsiteY158" fmla="*/ 486803 h 1126566"/>
              <a:gd name="connsiteX159" fmla="*/ 11916744 w 12192000"/>
              <a:gd name="connsiteY159" fmla="*/ 502917 h 1126566"/>
              <a:gd name="connsiteX160" fmla="*/ 11949248 w 12192000"/>
              <a:gd name="connsiteY160" fmla="*/ 518881 h 1126566"/>
              <a:gd name="connsiteX161" fmla="*/ 11951002 w 12192000"/>
              <a:gd name="connsiteY161" fmla="*/ 518735 h 1126566"/>
              <a:gd name="connsiteX162" fmla="*/ 11957283 w 12192000"/>
              <a:gd name="connsiteY162" fmla="*/ 522828 h 1126566"/>
              <a:gd name="connsiteX163" fmla="*/ 11966535 w 12192000"/>
              <a:gd name="connsiteY163" fmla="*/ 527372 h 1126566"/>
              <a:gd name="connsiteX164" fmla="*/ 12026007 w 12192000"/>
              <a:gd name="connsiteY164" fmla="*/ 534384 h 1126566"/>
              <a:gd name="connsiteX165" fmla="*/ 12035188 w 12192000"/>
              <a:gd name="connsiteY165" fmla="*/ 529609 h 1126566"/>
              <a:gd name="connsiteX166" fmla="*/ 12115225 w 12192000"/>
              <a:gd name="connsiteY166" fmla="*/ 561895 h 1126566"/>
              <a:gd name="connsiteX167" fmla="*/ 12191636 w 12192000"/>
              <a:gd name="connsiteY167" fmla="*/ 558318 h 1126566"/>
              <a:gd name="connsiteX168" fmla="*/ 12192000 w 12192000"/>
              <a:gd name="connsiteY168" fmla="*/ 558295 h 1126566"/>
              <a:gd name="connsiteX169" fmla="*/ 12192000 w 12192000"/>
              <a:gd name="connsiteY169" fmla="*/ 1126566 h 1126566"/>
              <a:gd name="connsiteX170" fmla="*/ 0 w 12192000"/>
              <a:gd name="connsiteY170" fmla="*/ 1126566 h 1126566"/>
              <a:gd name="connsiteX171" fmla="*/ 0 w 12192000"/>
              <a:gd name="connsiteY171" fmla="*/ 401922 h 1126566"/>
              <a:gd name="connsiteX172" fmla="*/ 25242 w 12192000"/>
              <a:gd name="connsiteY172" fmla="*/ 388862 h 1126566"/>
              <a:gd name="connsiteX173" fmla="*/ 96922 w 12192000"/>
              <a:gd name="connsiteY173" fmla="*/ 357381 h 1126566"/>
              <a:gd name="connsiteX174" fmla="*/ 137910 w 12192000"/>
              <a:gd name="connsiteY174" fmla="*/ 314823 h 1126566"/>
              <a:gd name="connsiteX175" fmla="*/ 258712 w 12192000"/>
              <a:gd name="connsiteY175" fmla="*/ 286531 h 1126566"/>
              <a:gd name="connsiteX176" fmla="*/ 316354 w 12192000"/>
              <a:gd name="connsiteY176" fmla="*/ 238529 h 1126566"/>
              <a:gd name="connsiteX177" fmla="*/ 328834 w 12192000"/>
              <a:gd name="connsiteY177" fmla="*/ 240963 h 1126566"/>
              <a:gd name="connsiteX178" fmla="*/ 383414 w 12192000"/>
              <a:gd name="connsiteY178" fmla="*/ 221196 h 1126566"/>
              <a:gd name="connsiteX179" fmla="*/ 537708 w 12192000"/>
              <a:gd name="connsiteY179" fmla="*/ 119020 h 1126566"/>
              <a:gd name="connsiteX180" fmla="*/ 645390 w 12192000"/>
              <a:gd name="connsiteY180" fmla="*/ 81299 h 1126566"/>
              <a:gd name="connsiteX181" fmla="*/ 689561 w 12192000"/>
              <a:gd name="connsiteY181" fmla="*/ 73220 h 1126566"/>
              <a:gd name="connsiteX182" fmla="*/ 763197 w 12192000"/>
              <a:gd name="connsiteY182" fmla="*/ 59356 h 1126566"/>
              <a:gd name="connsiteX183" fmla="*/ 778208 w 12192000"/>
              <a:gd name="connsiteY183" fmla="*/ 63801 h 1126566"/>
              <a:gd name="connsiteX184" fmla="*/ 784725 w 12192000"/>
              <a:gd name="connsiteY184" fmla="*/ 62505 h 1126566"/>
              <a:gd name="connsiteX185" fmla="*/ 785400 w 12192000"/>
              <a:gd name="connsiteY185" fmla="*/ 62796 h 1126566"/>
              <a:gd name="connsiteX186" fmla="*/ 786774 w 12192000"/>
              <a:gd name="connsiteY186" fmla="*/ 62098 h 1126566"/>
              <a:gd name="connsiteX187" fmla="*/ 801216 w 12192000"/>
              <a:gd name="connsiteY187" fmla="*/ 59226 h 1126566"/>
              <a:gd name="connsiteX188" fmla="*/ 832892 w 12192000"/>
              <a:gd name="connsiteY188" fmla="*/ 62069 h 1126566"/>
              <a:gd name="connsiteX189" fmla="*/ 852003 w 12192000"/>
              <a:gd name="connsiteY189" fmla="*/ 61064 h 1126566"/>
              <a:gd name="connsiteX190" fmla="*/ 870719 w 12192000"/>
              <a:gd name="connsiteY190" fmla="*/ 47209 h 1126566"/>
              <a:gd name="connsiteX191" fmla="*/ 883786 w 12192000"/>
              <a:gd name="connsiteY191" fmla="*/ 45814 h 1126566"/>
              <a:gd name="connsiteX192" fmla="*/ 886400 w 12192000"/>
              <a:gd name="connsiteY192" fmla="*/ 43909 h 1126566"/>
              <a:gd name="connsiteX193" fmla="*/ 893881 w 12192000"/>
              <a:gd name="connsiteY193" fmla="*/ 40197 h 1126566"/>
              <a:gd name="connsiteX194" fmla="*/ 886282 w 12192000"/>
              <a:gd name="connsiteY194" fmla="*/ 36610 h 1126566"/>
              <a:gd name="connsiteX195" fmla="*/ 882653 w 12192000"/>
              <a:gd name="connsiteY195" fmla="*/ 24486 h 1126566"/>
              <a:gd name="connsiteX196" fmla="*/ 898087 w 12192000"/>
              <a:gd name="connsiteY196" fmla="*/ 11454 h 1126566"/>
              <a:gd name="connsiteX197" fmla="*/ 914199 w 12192000"/>
              <a:gd name="connsiteY197" fmla="*/ 6975 h 1126566"/>
              <a:gd name="connsiteX198" fmla="*/ 929751 w 12192000"/>
              <a:gd name="connsiteY198" fmla="*/ 5510 h 1126566"/>
              <a:gd name="connsiteX199" fmla="*/ 938844 w 12192000"/>
              <a:gd name="connsiteY199" fmla="*/ 8681 h 1126566"/>
              <a:gd name="connsiteX200" fmla="*/ 944941 w 12192000"/>
              <a:gd name="connsiteY200" fmla="*/ 6855 h 1126566"/>
              <a:gd name="connsiteX201" fmla="*/ 954142 w 12192000"/>
              <a:gd name="connsiteY201" fmla="*/ 8799 h 1126566"/>
              <a:gd name="connsiteX202" fmla="*/ 968213 w 12192000"/>
              <a:gd name="connsiteY202" fmla="*/ 19791 h 1126566"/>
              <a:gd name="connsiteX203" fmla="*/ 1177886 w 12192000"/>
              <a:gd name="connsiteY203" fmla="*/ 30728 h 1126566"/>
              <a:gd name="connsiteX204" fmla="*/ 1305018 w 12192000"/>
              <a:gd name="connsiteY204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384334 w 12192000"/>
              <a:gd name="connsiteY26" fmla="*/ 173113 h 1126566"/>
              <a:gd name="connsiteX27" fmla="*/ 2396234 w 12192000"/>
              <a:gd name="connsiteY27" fmla="*/ 176379 h 1126566"/>
              <a:gd name="connsiteX28" fmla="*/ 2406730 w 12192000"/>
              <a:gd name="connsiteY28" fmla="*/ 184179 h 1126566"/>
              <a:gd name="connsiteX29" fmla="*/ 2829718 w 12192000"/>
              <a:gd name="connsiteY29" fmla="*/ 242215 h 1126566"/>
              <a:gd name="connsiteX30" fmla="*/ 3028662 w 12192000"/>
              <a:gd name="connsiteY30" fmla="*/ 219550 h 1126566"/>
              <a:gd name="connsiteX31" fmla="*/ 3107019 w 12192000"/>
              <a:gd name="connsiteY31" fmla="*/ 220240 h 1126566"/>
              <a:gd name="connsiteX32" fmla="*/ 3116698 w 12192000"/>
              <a:gd name="connsiteY32" fmla="*/ 226983 h 1126566"/>
              <a:gd name="connsiteX33" fmla="*/ 3231577 w 12192000"/>
              <a:gd name="connsiteY33" fmla="*/ 202023 h 1126566"/>
              <a:gd name="connsiteX34" fmla="*/ 3386687 w 12192000"/>
              <a:gd name="connsiteY34" fmla="*/ 218190 h 1126566"/>
              <a:gd name="connsiteX35" fmla="*/ 3501680 w 12192000"/>
              <a:gd name="connsiteY35" fmla="*/ 238841 h 1126566"/>
              <a:gd name="connsiteX36" fmla="*/ 3567038 w 12192000"/>
              <a:gd name="connsiteY36" fmla="*/ 246771 h 1126566"/>
              <a:gd name="connsiteX37" fmla="*/ 3613626 w 12192000"/>
              <a:gd name="connsiteY37" fmla="*/ 256591 h 1126566"/>
              <a:gd name="connsiteX38" fmla="*/ 3737444 w 12192000"/>
              <a:gd name="connsiteY38" fmla="*/ 259793 h 1126566"/>
              <a:gd name="connsiteX39" fmla="*/ 3944870 w 12192000"/>
              <a:gd name="connsiteY39" fmla="*/ 255991 h 1126566"/>
              <a:gd name="connsiteX40" fmla="*/ 4092172 w 12192000"/>
              <a:gd name="connsiteY40" fmla="*/ 290617 h 1126566"/>
              <a:gd name="connsiteX41" fmla="*/ 4176434 w 12192000"/>
              <a:gd name="connsiteY41" fmla="*/ 272187 h 1126566"/>
              <a:gd name="connsiteX42" fmla="*/ 4269617 w 12192000"/>
              <a:gd name="connsiteY42" fmla="*/ 283947 h 1126566"/>
              <a:gd name="connsiteX43" fmla="*/ 4638729 w 12192000"/>
              <a:gd name="connsiteY43" fmla="*/ 274806 h 1126566"/>
              <a:gd name="connsiteX44" fmla="*/ 4877121 w 12192000"/>
              <a:gd name="connsiteY44" fmla="*/ 263049 h 1126566"/>
              <a:gd name="connsiteX45" fmla="*/ 4910175 w 12192000"/>
              <a:gd name="connsiteY45" fmla="*/ 258887 h 1126566"/>
              <a:gd name="connsiteX46" fmla="*/ 4910653 w 12192000"/>
              <a:gd name="connsiteY46" fmla="*/ 256337 h 1126566"/>
              <a:gd name="connsiteX47" fmla="*/ 4915901 w 12192000"/>
              <a:gd name="connsiteY47" fmla="*/ 255646 h 1126566"/>
              <a:gd name="connsiteX48" fmla="*/ 4919888 w 12192000"/>
              <a:gd name="connsiteY48" fmla="*/ 257665 h 1126566"/>
              <a:gd name="connsiteX49" fmla="*/ 4926150 w 12192000"/>
              <a:gd name="connsiteY49" fmla="*/ 256877 h 1126566"/>
              <a:gd name="connsiteX50" fmla="*/ 4943081 w 12192000"/>
              <a:gd name="connsiteY50" fmla="*/ 255402 h 1126566"/>
              <a:gd name="connsiteX51" fmla="*/ 4949875 w 12192000"/>
              <a:gd name="connsiteY51" fmla="*/ 250755 h 1126566"/>
              <a:gd name="connsiteX52" fmla="*/ 5034125 w 12192000"/>
              <a:gd name="connsiteY52" fmla="*/ 251561 h 1126566"/>
              <a:gd name="connsiteX53" fmla="*/ 5058873 w 12192000"/>
              <a:gd name="connsiteY53" fmla="*/ 245283 h 1126566"/>
              <a:gd name="connsiteX54" fmla="*/ 5123651 w 12192000"/>
              <a:gd name="connsiteY54" fmla="*/ 248360 h 1126566"/>
              <a:gd name="connsiteX55" fmla="*/ 5197539 w 12192000"/>
              <a:gd name="connsiteY55" fmla="*/ 245352 h 1126566"/>
              <a:gd name="connsiteX56" fmla="*/ 5250946 w 12192000"/>
              <a:gd name="connsiteY56" fmla="*/ 239095 h 1126566"/>
              <a:gd name="connsiteX57" fmla="*/ 5388817 w 12192000"/>
              <a:gd name="connsiteY57" fmla="*/ 245059 h 1126566"/>
              <a:gd name="connsiteX58" fmla="*/ 5618162 w 12192000"/>
              <a:gd name="connsiteY58" fmla="*/ 264094 h 1126566"/>
              <a:gd name="connsiteX59" fmla="*/ 5666664 w 12192000"/>
              <a:gd name="connsiteY59" fmla="*/ 266098 h 1126566"/>
              <a:gd name="connsiteX60" fmla="*/ 5715324 w 12192000"/>
              <a:gd name="connsiteY60" fmla="*/ 251101 h 1126566"/>
              <a:gd name="connsiteX61" fmla="*/ 5741796 w 12192000"/>
              <a:gd name="connsiteY61" fmla="*/ 250897 h 1126566"/>
              <a:gd name="connsiteX62" fmla="*/ 5748565 w 12192000"/>
              <a:gd name="connsiteY62" fmla="*/ 249142 h 1126566"/>
              <a:gd name="connsiteX63" fmla="*/ 5787667 w 12192000"/>
              <a:gd name="connsiteY63" fmla="*/ 240782 h 1126566"/>
              <a:gd name="connsiteX64" fmla="*/ 5877829 w 12192000"/>
              <a:gd name="connsiteY64" fmla="*/ 265178 h 1126566"/>
              <a:gd name="connsiteX65" fmla="*/ 5946099 w 12192000"/>
              <a:gd name="connsiteY65" fmla="*/ 275229 h 1126566"/>
              <a:gd name="connsiteX66" fmla="*/ 5951885 w 12192000"/>
              <a:gd name="connsiteY66" fmla="*/ 273306 h 1126566"/>
              <a:gd name="connsiteX67" fmla="*/ 5957187 w 12192000"/>
              <a:gd name="connsiteY67" fmla="*/ 267506 h 1126566"/>
              <a:gd name="connsiteX68" fmla="*/ 5969996 w 12192000"/>
              <a:gd name="connsiteY68" fmla="*/ 266279 h 1126566"/>
              <a:gd name="connsiteX69" fmla="*/ 5983257 w 12192000"/>
              <a:gd name="connsiteY69" fmla="*/ 260438 h 1126566"/>
              <a:gd name="connsiteX70" fmla="*/ 6390944 w 12192000"/>
              <a:gd name="connsiteY70" fmla="*/ 296657 h 1126566"/>
              <a:gd name="connsiteX71" fmla="*/ 6472553 w 12192000"/>
              <a:gd name="connsiteY71" fmla="*/ 327261 h 1126566"/>
              <a:gd name="connsiteX72" fmla="*/ 6598839 w 12192000"/>
              <a:gd name="connsiteY72" fmla="*/ 327138 h 1126566"/>
              <a:gd name="connsiteX73" fmla="*/ 6674894 w 12192000"/>
              <a:gd name="connsiteY73" fmla="*/ 339184 h 1126566"/>
              <a:gd name="connsiteX74" fmla="*/ 6686944 w 12192000"/>
              <a:gd name="connsiteY74" fmla="*/ 334233 h 1126566"/>
              <a:gd name="connsiteX75" fmla="*/ 6788093 w 12192000"/>
              <a:gd name="connsiteY75" fmla="*/ 377012 h 1126566"/>
              <a:gd name="connsiteX76" fmla="*/ 6944546 w 12192000"/>
              <a:gd name="connsiteY76" fmla="*/ 386543 h 1126566"/>
              <a:gd name="connsiteX77" fmla="*/ 7063994 w 12192000"/>
              <a:gd name="connsiteY77" fmla="*/ 385228 h 1126566"/>
              <a:gd name="connsiteX78" fmla="*/ 7130364 w 12192000"/>
              <a:gd name="connsiteY78" fmla="*/ 388164 h 1126566"/>
              <a:gd name="connsiteX79" fmla="*/ 7179335 w 12192000"/>
              <a:gd name="connsiteY79" fmla="*/ 386225 h 1126566"/>
              <a:gd name="connsiteX80" fmla="*/ 7300357 w 12192000"/>
              <a:gd name="connsiteY80" fmla="*/ 403218 h 1126566"/>
              <a:gd name="connsiteX81" fmla="*/ 7499445 w 12192000"/>
              <a:gd name="connsiteY81" fmla="*/ 440549 h 1126566"/>
              <a:gd name="connsiteX82" fmla="*/ 7655710 w 12192000"/>
              <a:gd name="connsiteY82" fmla="*/ 430962 h 1126566"/>
              <a:gd name="connsiteX83" fmla="*/ 7729851 w 12192000"/>
              <a:gd name="connsiteY83" fmla="*/ 462457 h 1126566"/>
              <a:gd name="connsiteX84" fmla="*/ 7824660 w 12192000"/>
              <a:gd name="connsiteY84" fmla="*/ 466203 h 1126566"/>
              <a:gd name="connsiteX85" fmla="*/ 8277851 w 12192000"/>
              <a:gd name="connsiteY85" fmla="*/ 502630 h 1126566"/>
              <a:gd name="connsiteX86" fmla="*/ 8382461 w 12192000"/>
              <a:gd name="connsiteY86" fmla="*/ 526824 h 1126566"/>
              <a:gd name="connsiteX87" fmla="*/ 8594502 w 12192000"/>
              <a:gd name="connsiteY87" fmla="*/ 613607 h 1126566"/>
              <a:gd name="connsiteX88" fmla="*/ 8808358 w 12192000"/>
              <a:gd name="connsiteY88" fmla="*/ 654694 h 1126566"/>
              <a:gd name="connsiteX89" fmla="*/ 8880244 w 12192000"/>
              <a:gd name="connsiteY89" fmla="*/ 661466 h 1126566"/>
              <a:gd name="connsiteX90" fmla="*/ 8885004 w 12192000"/>
              <a:gd name="connsiteY90" fmla="*/ 663655 h 1126566"/>
              <a:gd name="connsiteX91" fmla="*/ 8886720 w 12192000"/>
              <a:gd name="connsiteY91" fmla="*/ 662879 h 1126566"/>
              <a:gd name="connsiteX92" fmla="*/ 8912175 w 12192000"/>
              <a:gd name="connsiteY92" fmla="*/ 660908 h 1126566"/>
              <a:gd name="connsiteX93" fmla="*/ 8969814 w 12192000"/>
              <a:gd name="connsiteY93" fmla="*/ 639833 h 1126566"/>
              <a:gd name="connsiteX94" fmla="*/ 8996241 w 12192000"/>
              <a:gd name="connsiteY94" fmla="*/ 655221 h 1126566"/>
              <a:gd name="connsiteX95" fmla="*/ 9092152 w 12192000"/>
              <a:gd name="connsiteY95" fmla="*/ 609097 h 1126566"/>
              <a:gd name="connsiteX96" fmla="*/ 9156546 w 12192000"/>
              <a:gd name="connsiteY96" fmla="*/ 585468 h 1126566"/>
              <a:gd name="connsiteX97" fmla="*/ 9194830 w 12192000"/>
              <a:gd name="connsiteY97" fmla="*/ 571148 h 1126566"/>
              <a:gd name="connsiteX98" fmla="*/ 9314188 w 12192000"/>
              <a:gd name="connsiteY98" fmla="*/ 547301 h 1126566"/>
              <a:gd name="connsiteX99" fmla="*/ 9554706 w 12192000"/>
              <a:gd name="connsiteY99" fmla="*/ 542666 h 1126566"/>
              <a:gd name="connsiteX100" fmla="*/ 9616141 w 12192000"/>
              <a:gd name="connsiteY100" fmla="*/ 530976 h 1126566"/>
              <a:gd name="connsiteX101" fmla="*/ 9620146 w 12192000"/>
              <a:gd name="connsiteY101" fmla="*/ 524035 h 1126566"/>
              <a:gd name="connsiteX102" fmla="*/ 9724197 w 12192000"/>
              <a:gd name="connsiteY102" fmla="*/ 528337 h 1126566"/>
              <a:gd name="connsiteX103" fmla="*/ 9837846 w 12192000"/>
              <a:gd name="connsiteY103" fmla="*/ 492977 h 1126566"/>
              <a:gd name="connsiteX104" fmla="*/ 9917440 w 12192000"/>
              <a:gd name="connsiteY104" fmla="*/ 459605 h 1126566"/>
              <a:gd name="connsiteX105" fmla="*/ 9918439 w 12192000"/>
              <a:gd name="connsiteY105" fmla="*/ 453114 h 1126566"/>
              <a:gd name="connsiteX106" fmla="*/ 9925811 w 12192000"/>
              <a:gd name="connsiteY106" fmla="*/ 452486 h 1126566"/>
              <a:gd name="connsiteX107" fmla="*/ 9988183 w 12192000"/>
              <a:gd name="connsiteY107" fmla="*/ 448079 h 1126566"/>
              <a:gd name="connsiteX108" fmla="*/ 9991965 w 12192000"/>
              <a:gd name="connsiteY108" fmla="*/ 435969 h 1126566"/>
              <a:gd name="connsiteX109" fmla="*/ 9986932 w 12192000"/>
              <a:gd name="connsiteY109" fmla="*/ 431168 h 1126566"/>
              <a:gd name="connsiteX110" fmla="*/ 9996190 w 12192000"/>
              <a:gd name="connsiteY110" fmla="*/ 429066 h 1126566"/>
              <a:gd name="connsiteX111" fmla="*/ 9999786 w 12192000"/>
              <a:gd name="connsiteY111" fmla="*/ 427758 h 1126566"/>
              <a:gd name="connsiteX112" fmla="*/ 10012936 w 12192000"/>
              <a:gd name="connsiteY112" fmla="*/ 428884 h 1126566"/>
              <a:gd name="connsiteX113" fmla="*/ 10038815 w 12192000"/>
              <a:gd name="connsiteY113" fmla="*/ 419316 h 1126566"/>
              <a:gd name="connsiteX114" fmla="*/ 10057432 w 12192000"/>
              <a:gd name="connsiteY114" fmla="*/ 421938 h 1126566"/>
              <a:gd name="connsiteX115" fmla="*/ 10121534 w 12192000"/>
              <a:gd name="connsiteY115" fmla="*/ 437514 h 1126566"/>
              <a:gd name="connsiteX116" fmla="*/ 10199200 w 12192000"/>
              <a:gd name="connsiteY116" fmla="*/ 438197 h 1126566"/>
              <a:gd name="connsiteX117" fmla="*/ 10245648 w 12192000"/>
              <a:gd name="connsiteY117" fmla="*/ 438831 h 1126566"/>
              <a:gd name="connsiteX118" fmla="*/ 10369590 w 12192000"/>
              <a:gd name="connsiteY118" fmla="*/ 423377 h 1126566"/>
              <a:gd name="connsiteX119" fmla="*/ 10575777 w 12192000"/>
              <a:gd name="connsiteY119" fmla="*/ 355859 h 1126566"/>
              <a:gd name="connsiteX120" fmla="*/ 10638984 w 12192000"/>
              <a:gd name="connsiteY120" fmla="*/ 347416 h 1126566"/>
              <a:gd name="connsiteX121" fmla="*/ 10649306 w 12192000"/>
              <a:gd name="connsiteY121" fmla="*/ 352042 h 1126566"/>
              <a:gd name="connsiteX122" fmla="*/ 10732175 w 12192000"/>
              <a:gd name="connsiteY122" fmla="*/ 317549 h 1126566"/>
              <a:gd name="connsiteX123" fmla="*/ 10862886 w 12192000"/>
              <a:gd name="connsiteY123" fmla="*/ 313438 h 1126566"/>
              <a:gd name="connsiteX124" fmla="*/ 10963063 w 12192000"/>
              <a:gd name="connsiteY124" fmla="*/ 317771 h 1126566"/>
              <a:gd name="connsiteX125" fmla="*/ 11018562 w 12192000"/>
              <a:gd name="connsiteY125" fmla="*/ 316991 h 1126566"/>
              <a:gd name="connsiteX126" fmla="*/ 11059692 w 12192000"/>
              <a:gd name="connsiteY126" fmla="*/ 319983 h 1126566"/>
              <a:gd name="connsiteX127" fmla="*/ 11160371 w 12192000"/>
              <a:gd name="connsiteY127" fmla="*/ 308440 h 1126566"/>
              <a:gd name="connsiteX128" fmla="*/ 11178386 w 12192000"/>
              <a:gd name="connsiteY128" fmla="*/ 299490 h 1126566"/>
              <a:gd name="connsiteX129" fmla="*/ 11192494 w 12192000"/>
              <a:gd name="connsiteY129" fmla="*/ 296221 h 1126566"/>
              <a:gd name="connsiteX130" fmla="*/ 11199770 w 12192000"/>
              <a:gd name="connsiteY130" fmla="*/ 299772 h 1126566"/>
              <a:gd name="connsiteX131" fmla="*/ 11217258 w 12192000"/>
              <a:gd name="connsiteY131" fmla="*/ 293681 h 1126566"/>
              <a:gd name="connsiteX132" fmla="*/ 11245798 w 12192000"/>
              <a:gd name="connsiteY132" fmla="*/ 292170 h 1126566"/>
              <a:gd name="connsiteX133" fmla="*/ 11255992 w 12192000"/>
              <a:gd name="connsiteY133" fmla="*/ 291919 h 1126566"/>
              <a:gd name="connsiteX134" fmla="*/ 11264859 w 12192000"/>
              <a:gd name="connsiteY134" fmla="*/ 293937 h 1126566"/>
              <a:gd name="connsiteX135" fmla="*/ 11276151 w 12192000"/>
              <a:gd name="connsiteY135" fmla="*/ 293070 h 1126566"/>
              <a:gd name="connsiteX136" fmla="*/ 11279850 w 12192000"/>
              <a:gd name="connsiteY136" fmla="*/ 291330 h 1126566"/>
              <a:gd name="connsiteX137" fmla="*/ 11290818 w 12192000"/>
              <a:gd name="connsiteY137" fmla="*/ 291060 h 1126566"/>
              <a:gd name="connsiteX138" fmla="*/ 11296248 w 12192000"/>
              <a:gd name="connsiteY138" fmla="*/ 290163 h 1126566"/>
              <a:gd name="connsiteX139" fmla="*/ 11301652 w 12192000"/>
              <a:gd name="connsiteY139" fmla="*/ 290324 h 1126566"/>
              <a:gd name="connsiteX140" fmla="*/ 11339114 w 12192000"/>
              <a:gd name="connsiteY140" fmla="*/ 288153 h 1126566"/>
              <a:gd name="connsiteX141" fmla="*/ 11345146 w 12192000"/>
              <a:gd name="connsiteY141" fmla="*/ 290802 h 1126566"/>
              <a:gd name="connsiteX142" fmla="*/ 11400126 w 12192000"/>
              <a:gd name="connsiteY142" fmla="*/ 292287 h 1126566"/>
              <a:gd name="connsiteX143" fmla="*/ 11400420 w 12192000"/>
              <a:gd name="connsiteY143" fmla="*/ 293758 h 1126566"/>
              <a:gd name="connsiteX144" fmla="*/ 11413889 w 12192000"/>
              <a:gd name="connsiteY144" fmla="*/ 300516 h 1126566"/>
              <a:gd name="connsiteX145" fmla="*/ 11440688 w 12192000"/>
              <a:gd name="connsiteY145" fmla="*/ 310121 h 1126566"/>
              <a:gd name="connsiteX146" fmla="*/ 11496733 w 12192000"/>
              <a:gd name="connsiteY146" fmla="*/ 350225 h 1126566"/>
              <a:gd name="connsiteX147" fmla="*/ 11554005 w 12192000"/>
              <a:gd name="connsiteY147" fmla="*/ 351933 h 1126566"/>
              <a:gd name="connsiteX148" fmla="*/ 11565304 w 12192000"/>
              <a:gd name="connsiteY148" fmla="*/ 353069 h 1126566"/>
              <a:gd name="connsiteX149" fmla="*/ 11565435 w 12192000"/>
              <a:gd name="connsiteY149" fmla="*/ 353419 h 1126566"/>
              <a:gd name="connsiteX150" fmla="*/ 11577168 w 12192000"/>
              <a:gd name="connsiteY150" fmla="*/ 355270 h 1126566"/>
              <a:gd name="connsiteX151" fmla="*/ 11585904 w 12192000"/>
              <a:gd name="connsiteY151" fmla="*/ 355142 h 1126566"/>
              <a:gd name="connsiteX152" fmla="*/ 11607823 w 12192000"/>
              <a:gd name="connsiteY152" fmla="*/ 357347 h 1126566"/>
              <a:gd name="connsiteX153" fmla="*/ 11614746 w 12192000"/>
              <a:gd name="connsiteY153" fmla="*/ 360281 h 1126566"/>
              <a:gd name="connsiteX154" fmla="*/ 11698873 w 12192000"/>
              <a:gd name="connsiteY154" fmla="*/ 397894 h 1126566"/>
              <a:gd name="connsiteX155" fmla="*/ 11779739 w 12192000"/>
              <a:gd name="connsiteY155" fmla="*/ 457323 h 1126566"/>
              <a:gd name="connsiteX156" fmla="*/ 11828107 w 12192000"/>
              <a:gd name="connsiteY156" fmla="*/ 477948 h 1126566"/>
              <a:gd name="connsiteX157" fmla="*/ 11866598 w 12192000"/>
              <a:gd name="connsiteY157" fmla="*/ 486803 h 1126566"/>
              <a:gd name="connsiteX158" fmla="*/ 11916744 w 12192000"/>
              <a:gd name="connsiteY158" fmla="*/ 502917 h 1126566"/>
              <a:gd name="connsiteX159" fmla="*/ 11949248 w 12192000"/>
              <a:gd name="connsiteY159" fmla="*/ 518881 h 1126566"/>
              <a:gd name="connsiteX160" fmla="*/ 11951002 w 12192000"/>
              <a:gd name="connsiteY160" fmla="*/ 518735 h 1126566"/>
              <a:gd name="connsiteX161" fmla="*/ 11957283 w 12192000"/>
              <a:gd name="connsiteY161" fmla="*/ 522828 h 1126566"/>
              <a:gd name="connsiteX162" fmla="*/ 11966535 w 12192000"/>
              <a:gd name="connsiteY162" fmla="*/ 527372 h 1126566"/>
              <a:gd name="connsiteX163" fmla="*/ 12026007 w 12192000"/>
              <a:gd name="connsiteY163" fmla="*/ 534384 h 1126566"/>
              <a:gd name="connsiteX164" fmla="*/ 12035188 w 12192000"/>
              <a:gd name="connsiteY164" fmla="*/ 529609 h 1126566"/>
              <a:gd name="connsiteX165" fmla="*/ 12115225 w 12192000"/>
              <a:gd name="connsiteY165" fmla="*/ 561895 h 1126566"/>
              <a:gd name="connsiteX166" fmla="*/ 12191636 w 12192000"/>
              <a:gd name="connsiteY166" fmla="*/ 558318 h 1126566"/>
              <a:gd name="connsiteX167" fmla="*/ 12192000 w 12192000"/>
              <a:gd name="connsiteY167" fmla="*/ 558295 h 1126566"/>
              <a:gd name="connsiteX168" fmla="*/ 12192000 w 12192000"/>
              <a:gd name="connsiteY168" fmla="*/ 1126566 h 1126566"/>
              <a:gd name="connsiteX169" fmla="*/ 0 w 12192000"/>
              <a:gd name="connsiteY169" fmla="*/ 1126566 h 1126566"/>
              <a:gd name="connsiteX170" fmla="*/ 0 w 12192000"/>
              <a:gd name="connsiteY170" fmla="*/ 401922 h 1126566"/>
              <a:gd name="connsiteX171" fmla="*/ 25242 w 12192000"/>
              <a:gd name="connsiteY171" fmla="*/ 388862 h 1126566"/>
              <a:gd name="connsiteX172" fmla="*/ 96922 w 12192000"/>
              <a:gd name="connsiteY172" fmla="*/ 357381 h 1126566"/>
              <a:gd name="connsiteX173" fmla="*/ 137910 w 12192000"/>
              <a:gd name="connsiteY173" fmla="*/ 314823 h 1126566"/>
              <a:gd name="connsiteX174" fmla="*/ 258712 w 12192000"/>
              <a:gd name="connsiteY174" fmla="*/ 286531 h 1126566"/>
              <a:gd name="connsiteX175" fmla="*/ 316354 w 12192000"/>
              <a:gd name="connsiteY175" fmla="*/ 238529 h 1126566"/>
              <a:gd name="connsiteX176" fmla="*/ 328834 w 12192000"/>
              <a:gd name="connsiteY176" fmla="*/ 240963 h 1126566"/>
              <a:gd name="connsiteX177" fmla="*/ 383414 w 12192000"/>
              <a:gd name="connsiteY177" fmla="*/ 221196 h 1126566"/>
              <a:gd name="connsiteX178" fmla="*/ 537708 w 12192000"/>
              <a:gd name="connsiteY178" fmla="*/ 119020 h 1126566"/>
              <a:gd name="connsiteX179" fmla="*/ 645390 w 12192000"/>
              <a:gd name="connsiteY179" fmla="*/ 81299 h 1126566"/>
              <a:gd name="connsiteX180" fmla="*/ 689561 w 12192000"/>
              <a:gd name="connsiteY180" fmla="*/ 73220 h 1126566"/>
              <a:gd name="connsiteX181" fmla="*/ 763197 w 12192000"/>
              <a:gd name="connsiteY181" fmla="*/ 59356 h 1126566"/>
              <a:gd name="connsiteX182" fmla="*/ 778208 w 12192000"/>
              <a:gd name="connsiteY182" fmla="*/ 63801 h 1126566"/>
              <a:gd name="connsiteX183" fmla="*/ 784725 w 12192000"/>
              <a:gd name="connsiteY183" fmla="*/ 62505 h 1126566"/>
              <a:gd name="connsiteX184" fmla="*/ 785400 w 12192000"/>
              <a:gd name="connsiteY184" fmla="*/ 62796 h 1126566"/>
              <a:gd name="connsiteX185" fmla="*/ 786774 w 12192000"/>
              <a:gd name="connsiteY185" fmla="*/ 62098 h 1126566"/>
              <a:gd name="connsiteX186" fmla="*/ 801216 w 12192000"/>
              <a:gd name="connsiteY186" fmla="*/ 59226 h 1126566"/>
              <a:gd name="connsiteX187" fmla="*/ 832892 w 12192000"/>
              <a:gd name="connsiteY187" fmla="*/ 62069 h 1126566"/>
              <a:gd name="connsiteX188" fmla="*/ 852003 w 12192000"/>
              <a:gd name="connsiteY188" fmla="*/ 61064 h 1126566"/>
              <a:gd name="connsiteX189" fmla="*/ 870719 w 12192000"/>
              <a:gd name="connsiteY189" fmla="*/ 47209 h 1126566"/>
              <a:gd name="connsiteX190" fmla="*/ 883786 w 12192000"/>
              <a:gd name="connsiteY190" fmla="*/ 45814 h 1126566"/>
              <a:gd name="connsiteX191" fmla="*/ 886400 w 12192000"/>
              <a:gd name="connsiteY191" fmla="*/ 43909 h 1126566"/>
              <a:gd name="connsiteX192" fmla="*/ 893881 w 12192000"/>
              <a:gd name="connsiteY192" fmla="*/ 40197 h 1126566"/>
              <a:gd name="connsiteX193" fmla="*/ 886282 w 12192000"/>
              <a:gd name="connsiteY193" fmla="*/ 36610 h 1126566"/>
              <a:gd name="connsiteX194" fmla="*/ 882653 w 12192000"/>
              <a:gd name="connsiteY194" fmla="*/ 24486 h 1126566"/>
              <a:gd name="connsiteX195" fmla="*/ 898087 w 12192000"/>
              <a:gd name="connsiteY195" fmla="*/ 11454 h 1126566"/>
              <a:gd name="connsiteX196" fmla="*/ 914199 w 12192000"/>
              <a:gd name="connsiteY196" fmla="*/ 6975 h 1126566"/>
              <a:gd name="connsiteX197" fmla="*/ 929751 w 12192000"/>
              <a:gd name="connsiteY197" fmla="*/ 5510 h 1126566"/>
              <a:gd name="connsiteX198" fmla="*/ 938844 w 12192000"/>
              <a:gd name="connsiteY198" fmla="*/ 8681 h 1126566"/>
              <a:gd name="connsiteX199" fmla="*/ 944941 w 12192000"/>
              <a:gd name="connsiteY199" fmla="*/ 6855 h 1126566"/>
              <a:gd name="connsiteX200" fmla="*/ 954142 w 12192000"/>
              <a:gd name="connsiteY200" fmla="*/ 8799 h 1126566"/>
              <a:gd name="connsiteX201" fmla="*/ 968213 w 12192000"/>
              <a:gd name="connsiteY201" fmla="*/ 19791 h 1126566"/>
              <a:gd name="connsiteX202" fmla="*/ 1177886 w 12192000"/>
              <a:gd name="connsiteY202" fmla="*/ 30728 h 1126566"/>
              <a:gd name="connsiteX203" fmla="*/ 1305018 w 12192000"/>
              <a:gd name="connsiteY20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384334 w 12192000"/>
              <a:gd name="connsiteY26" fmla="*/ 173113 h 1126566"/>
              <a:gd name="connsiteX27" fmla="*/ 2396234 w 12192000"/>
              <a:gd name="connsiteY27" fmla="*/ 176379 h 1126566"/>
              <a:gd name="connsiteX28" fmla="*/ 2406730 w 12192000"/>
              <a:gd name="connsiteY28" fmla="*/ 184179 h 1126566"/>
              <a:gd name="connsiteX29" fmla="*/ 2829718 w 12192000"/>
              <a:gd name="connsiteY29" fmla="*/ 242215 h 1126566"/>
              <a:gd name="connsiteX30" fmla="*/ 3028662 w 12192000"/>
              <a:gd name="connsiteY30" fmla="*/ 219550 h 1126566"/>
              <a:gd name="connsiteX31" fmla="*/ 3107019 w 12192000"/>
              <a:gd name="connsiteY31" fmla="*/ 220240 h 1126566"/>
              <a:gd name="connsiteX32" fmla="*/ 3116698 w 12192000"/>
              <a:gd name="connsiteY32" fmla="*/ 226983 h 1126566"/>
              <a:gd name="connsiteX33" fmla="*/ 3231577 w 12192000"/>
              <a:gd name="connsiteY33" fmla="*/ 202023 h 1126566"/>
              <a:gd name="connsiteX34" fmla="*/ 3386687 w 12192000"/>
              <a:gd name="connsiteY34" fmla="*/ 218190 h 1126566"/>
              <a:gd name="connsiteX35" fmla="*/ 3501680 w 12192000"/>
              <a:gd name="connsiteY35" fmla="*/ 238841 h 1126566"/>
              <a:gd name="connsiteX36" fmla="*/ 3567038 w 12192000"/>
              <a:gd name="connsiteY36" fmla="*/ 246771 h 1126566"/>
              <a:gd name="connsiteX37" fmla="*/ 3613626 w 12192000"/>
              <a:gd name="connsiteY37" fmla="*/ 256591 h 1126566"/>
              <a:gd name="connsiteX38" fmla="*/ 3737444 w 12192000"/>
              <a:gd name="connsiteY38" fmla="*/ 259793 h 1126566"/>
              <a:gd name="connsiteX39" fmla="*/ 3944870 w 12192000"/>
              <a:gd name="connsiteY39" fmla="*/ 255991 h 1126566"/>
              <a:gd name="connsiteX40" fmla="*/ 4092172 w 12192000"/>
              <a:gd name="connsiteY40" fmla="*/ 290617 h 1126566"/>
              <a:gd name="connsiteX41" fmla="*/ 4176434 w 12192000"/>
              <a:gd name="connsiteY41" fmla="*/ 272187 h 1126566"/>
              <a:gd name="connsiteX42" fmla="*/ 4269617 w 12192000"/>
              <a:gd name="connsiteY42" fmla="*/ 283947 h 1126566"/>
              <a:gd name="connsiteX43" fmla="*/ 4638729 w 12192000"/>
              <a:gd name="connsiteY43" fmla="*/ 274806 h 1126566"/>
              <a:gd name="connsiteX44" fmla="*/ 4877121 w 12192000"/>
              <a:gd name="connsiteY44" fmla="*/ 263049 h 1126566"/>
              <a:gd name="connsiteX45" fmla="*/ 4910175 w 12192000"/>
              <a:gd name="connsiteY45" fmla="*/ 258887 h 1126566"/>
              <a:gd name="connsiteX46" fmla="*/ 4910653 w 12192000"/>
              <a:gd name="connsiteY46" fmla="*/ 256337 h 1126566"/>
              <a:gd name="connsiteX47" fmla="*/ 4915901 w 12192000"/>
              <a:gd name="connsiteY47" fmla="*/ 255646 h 1126566"/>
              <a:gd name="connsiteX48" fmla="*/ 4919888 w 12192000"/>
              <a:gd name="connsiteY48" fmla="*/ 257665 h 1126566"/>
              <a:gd name="connsiteX49" fmla="*/ 4926150 w 12192000"/>
              <a:gd name="connsiteY49" fmla="*/ 256877 h 1126566"/>
              <a:gd name="connsiteX50" fmla="*/ 4943081 w 12192000"/>
              <a:gd name="connsiteY50" fmla="*/ 255402 h 1126566"/>
              <a:gd name="connsiteX51" fmla="*/ 4949875 w 12192000"/>
              <a:gd name="connsiteY51" fmla="*/ 250755 h 1126566"/>
              <a:gd name="connsiteX52" fmla="*/ 5034125 w 12192000"/>
              <a:gd name="connsiteY52" fmla="*/ 251561 h 1126566"/>
              <a:gd name="connsiteX53" fmla="*/ 5058873 w 12192000"/>
              <a:gd name="connsiteY53" fmla="*/ 245283 h 1126566"/>
              <a:gd name="connsiteX54" fmla="*/ 5123651 w 12192000"/>
              <a:gd name="connsiteY54" fmla="*/ 248360 h 1126566"/>
              <a:gd name="connsiteX55" fmla="*/ 5197539 w 12192000"/>
              <a:gd name="connsiteY55" fmla="*/ 245352 h 1126566"/>
              <a:gd name="connsiteX56" fmla="*/ 5250946 w 12192000"/>
              <a:gd name="connsiteY56" fmla="*/ 239095 h 1126566"/>
              <a:gd name="connsiteX57" fmla="*/ 5388817 w 12192000"/>
              <a:gd name="connsiteY57" fmla="*/ 245059 h 1126566"/>
              <a:gd name="connsiteX58" fmla="*/ 5618162 w 12192000"/>
              <a:gd name="connsiteY58" fmla="*/ 264094 h 1126566"/>
              <a:gd name="connsiteX59" fmla="*/ 5666664 w 12192000"/>
              <a:gd name="connsiteY59" fmla="*/ 266098 h 1126566"/>
              <a:gd name="connsiteX60" fmla="*/ 5715324 w 12192000"/>
              <a:gd name="connsiteY60" fmla="*/ 251101 h 1126566"/>
              <a:gd name="connsiteX61" fmla="*/ 5741796 w 12192000"/>
              <a:gd name="connsiteY61" fmla="*/ 250897 h 1126566"/>
              <a:gd name="connsiteX62" fmla="*/ 5748565 w 12192000"/>
              <a:gd name="connsiteY62" fmla="*/ 249142 h 1126566"/>
              <a:gd name="connsiteX63" fmla="*/ 5787667 w 12192000"/>
              <a:gd name="connsiteY63" fmla="*/ 240782 h 1126566"/>
              <a:gd name="connsiteX64" fmla="*/ 5877829 w 12192000"/>
              <a:gd name="connsiteY64" fmla="*/ 265178 h 1126566"/>
              <a:gd name="connsiteX65" fmla="*/ 5946099 w 12192000"/>
              <a:gd name="connsiteY65" fmla="*/ 275229 h 1126566"/>
              <a:gd name="connsiteX66" fmla="*/ 5951885 w 12192000"/>
              <a:gd name="connsiteY66" fmla="*/ 273306 h 1126566"/>
              <a:gd name="connsiteX67" fmla="*/ 5957187 w 12192000"/>
              <a:gd name="connsiteY67" fmla="*/ 267506 h 1126566"/>
              <a:gd name="connsiteX68" fmla="*/ 5969996 w 12192000"/>
              <a:gd name="connsiteY68" fmla="*/ 266279 h 1126566"/>
              <a:gd name="connsiteX69" fmla="*/ 5983257 w 12192000"/>
              <a:gd name="connsiteY69" fmla="*/ 260438 h 1126566"/>
              <a:gd name="connsiteX70" fmla="*/ 6390944 w 12192000"/>
              <a:gd name="connsiteY70" fmla="*/ 296657 h 1126566"/>
              <a:gd name="connsiteX71" fmla="*/ 6472553 w 12192000"/>
              <a:gd name="connsiteY71" fmla="*/ 327261 h 1126566"/>
              <a:gd name="connsiteX72" fmla="*/ 6598839 w 12192000"/>
              <a:gd name="connsiteY72" fmla="*/ 327138 h 1126566"/>
              <a:gd name="connsiteX73" fmla="*/ 6674894 w 12192000"/>
              <a:gd name="connsiteY73" fmla="*/ 339184 h 1126566"/>
              <a:gd name="connsiteX74" fmla="*/ 6686944 w 12192000"/>
              <a:gd name="connsiteY74" fmla="*/ 334233 h 1126566"/>
              <a:gd name="connsiteX75" fmla="*/ 6788093 w 12192000"/>
              <a:gd name="connsiteY75" fmla="*/ 377012 h 1126566"/>
              <a:gd name="connsiteX76" fmla="*/ 6944546 w 12192000"/>
              <a:gd name="connsiteY76" fmla="*/ 386543 h 1126566"/>
              <a:gd name="connsiteX77" fmla="*/ 7063994 w 12192000"/>
              <a:gd name="connsiteY77" fmla="*/ 385228 h 1126566"/>
              <a:gd name="connsiteX78" fmla="*/ 7130364 w 12192000"/>
              <a:gd name="connsiteY78" fmla="*/ 388164 h 1126566"/>
              <a:gd name="connsiteX79" fmla="*/ 7179335 w 12192000"/>
              <a:gd name="connsiteY79" fmla="*/ 386225 h 1126566"/>
              <a:gd name="connsiteX80" fmla="*/ 7300357 w 12192000"/>
              <a:gd name="connsiteY80" fmla="*/ 403218 h 1126566"/>
              <a:gd name="connsiteX81" fmla="*/ 7499445 w 12192000"/>
              <a:gd name="connsiteY81" fmla="*/ 440549 h 1126566"/>
              <a:gd name="connsiteX82" fmla="*/ 7655710 w 12192000"/>
              <a:gd name="connsiteY82" fmla="*/ 430962 h 1126566"/>
              <a:gd name="connsiteX83" fmla="*/ 7729851 w 12192000"/>
              <a:gd name="connsiteY83" fmla="*/ 462457 h 1126566"/>
              <a:gd name="connsiteX84" fmla="*/ 7824660 w 12192000"/>
              <a:gd name="connsiteY84" fmla="*/ 466203 h 1126566"/>
              <a:gd name="connsiteX85" fmla="*/ 8277851 w 12192000"/>
              <a:gd name="connsiteY85" fmla="*/ 502630 h 1126566"/>
              <a:gd name="connsiteX86" fmla="*/ 8382461 w 12192000"/>
              <a:gd name="connsiteY86" fmla="*/ 526824 h 1126566"/>
              <a:gd name="connsiteX87" fmla="*/ 8594502 w 12192000"/>
              <a:gd name="connsiteY87" fmla="*/ 613607 h 1126566"/>
              <a:gd name="connsiteX88" fmla="*/ 8808358 w 12192000"/>
              <a:gd name="connsiteY88" fmla="*/ 654694 h 1126566"/>
              <a:gd name="connsiteX89" fmla="*/ 8880244 w 12192000"/>
              <a:gd name="connsiteY89" fmla="*/ 661466 h 1126566"/>
              <a:gd name="connsiteX90" fmla="*/ 8885004 w 12192000"/>
              <a:gd name="connsiteY90" fmla="*/ 663655 h 1126566"/>
              <a:gd name="connsiteX91" fmla="*/ 8886720 w 12192000"/>
              <a:gd name="connsiteY91" fmla="*/ 662879 h 1126566"/>
              <a:gd name="connsiteX92" fmla="*/ 8912175 w 12192000"/>
              <a:gd name="connsiteY92" fmla="*/ 660908 h 1126566"/>
              <a:gd name="connsiteX93" fmla="*/ 8969814 w 12192000"/>
              <a:gd name="connsiteY93" fmla="*/ 639833 h 1126566"/>
              <a:gd name="connsiteX94" fmla="*/ 8996241 w 12192000"/>
              <a:gd name="connsiteY94" fmla="*/ 655221 h 1126566"/>
              <a:gd name="connsiteX95" fmla="*/ 9092152 w 12192000"/>
              <a:gd name="connsiteY95" fmla="*/ 609097 h 1126566"/>
              <a:gd name="connsiteX96" fmla="*/ 9156546 w 12192000"/>
              <a:gd name="connsiteY96" fmla="*/ 585468 h 1126566"/>
              <a:gd name="connsiteX97" fmla="*/ 9194830 w 12192000"/>
              <a:gd name="connsiteY97" fmla="*/ 571148 h 1126566"/>
              <a:gd name="connsiteX98" fmla="*/ 9314188 w 12192000"/>
              <a:gd name="connsiteY98" fmla="*/ 547301 h 1126566"/>
              <a:gd name="connsiteX99" fmla="*/ 9554706 w 12192000"/>
              <a:gd name="connsiteY99" fmla="*/ 542666 h 1126566"/>
              <a:gd name="connsiteX100" fmla="*/ 9616141 w 12192000"/>
              <a:gd name="connsiteY100" fmla="*/ 530976 h 1126566"/>
              <a:gd name="connsiteX101" fmla="*/ 9620146 w 12192000"/>
              <a:gd name="connsiteY101" fmla="*/ 524035 h 1126566"/>
              <a:gd name="connsiteX102" fmla="*/ 9724197 w 12192000"/>
              <a:gd name="connsiteY102" fmla="*/ 528337 h 1126566"/>
              <a:gd name="connsiteX103" fmla="*/ 9837846 w 12192000"/>
              <a:gd name="connsiteY103" fmla="*/ 492977 h 1126566"/>
              <a:gd name="connsiteX104" fmla="*/ 9917440 w 12192000"/>
              <a:gd name="connsiteY104" fmla="*/ 459605 h 1126566"/>
              <a:gd name="connsiteX105" fmla="*/ 9918439 w 12192000"/>
              <a:gd name="connsiteY105" fmla="*/ 453114 h 1126566"/>
              <a:gd name="connsiteX106" fmla="*/ 9953039 w 12192000"/>
              <a:gd name="connsiteY106" fmla="*/ 452486 h 1126566"/>
              <a:gd name="connsiteX107" fmla="*/ 9988183 w 12192000"/>
              <a:gd name="connsiteY107" fmla="*/ 448079 h 1126566"/>
              <a:gd name="connsiteX108" fmla="*/ 9991965 w 12192000"/>
              <a:gd name="connsiteY108" fmla="*/ 435969 h 1126566"/>
              <a:gd name="connsiteX109" fmla="*/ 9986932 w 12192000"/>
              <a:gd name="connsiteY109" fmla="*/ 431168 h 1126566"/>
              <a:gd name="connsiteX110" fmla="*/ 9996190 w 12192000"/>
              <a:gd name="connsiteY110" fmla="*/ 429066 h 1126566"/>
              <a:gd name="connsiteX111" fmla="*/ 9999786 w 12192000"/>
              <a:gd name="connsiteY111" fmla="*/ 427758 h 1126566"/>
              <a:gd name="connsiteX112" fmla="*/ 10012936 w 12192000"/>
              <a:gd name="connsiteY112" fmla="*/ 428884 h 1126566"/>
              <a:gd name="connsiteX113" fmla="*/ 10038815 w 12192000"/>
              <a:gd name="connsiteY113" fmla="*/ 419316 h 1126566"/>
              <a:gd name="connsiteX114" fmla="*/ 10057432 w 12192000"/>
              <a:gd name="connsiteY114" fmla="*/ 421938 h 1126566"/>
              <a:gd name="connsiteX115" fmla="*/ 10121534 w 12192000"/>
              <a:gd name="connsiteY115" fmla="*/ 437514 h 1126566"/>
              <a:gd name="connsiteX116" fmla="*/ 10199200 w 12192000"/>
              <a:gd name="connsiteY116" fmla="*/ 438197 h 1126566"/>
              <a:gd name="connsiteX117" fmla="*/ 10245648 w 12192000"/>
              <a:gd name="connsiteY117" fmla="*/ 438831 h 1126566"/>
              <a:gd name="connsiteX118" fmla="*/ 10369590 w 12192000"/>
              <a:gd name="connsiteY118" fmla="*/ 423377 h 1126566"/>
              <a:gd name="connsiteX119" fmla="*/ 10575777 w 12192000"/>
              <a:gd name="connsiteY119" fmla="*/ 355859 h 1126566"/>
              <a:gd name="connsiteX120" fmla="*/ 10638984 w 12192000"/>
              <a:gd name="connsiteY120" fmla="*/ 347416 h 1126566"/>
              <a:gd name="connsiteX121" fmla="*/ 10649306 w 12192000"/>
              <a:gd name="connsiteY121" fmla="*/ 352042 h 1126566"/>
              <a:gd name="connsiteX122" fmla="*/ 10732175 w 12192000"/>
              <a:gd name="connsiteY122" fmla="*/ 317549 h 1126566"/>
              <a:gd name="connsiteX123" fmla="*/ 10862886 w 12192000"/>
              <a:gd name="connsiteY123" fmla="*/ 313438 h 1126566"/>
              <a:gd name="connsiteX124" fmla="*/ 10963063 w 12192000"/>
              <a:gd name="connsiteY124" fmla="*/ 317771 h 1126566"/>
              <a:gd name="connsiteX125" fmla="*/ 11018562 w 12192000"/>
              <a:gd name="connsiteY125" fmla="*/ 316991 h 1126566"/>
              <a:gd name="connsiteX126" fmla="*/ 11059692 w 12192000"/>
              <a:gd name="connsiteY126" fmla="*/ 319983 h 1126566"/>
              <a:gd name="connsiteX127" fmla="*/ 11160371 w 12192000"/>
              <a:gd name="connsiteY127" fmla="*/ 308440 h 1126566"/>
              <a:gd name="connsiteX128" fmla="*/ 11178386 w 12192000"/>
              <a:gd name="connsiteY128" fmla="*/ 299490 h 1126566"/>
              <a:gd name="connsiteX129" fmla="*/ 11192494 w 12192000"/>
              <a:gd name="connsiteY129" fmla="*/ 296221 h 1126566"/>
              <a:gd name="connsiteX130" fmla="*/ 11199770 w 12192000"/>
              <a:gd name="connsiteY130" fmla="*/ 299772 h 1126566"/>
              <a:gd name="connsiteX131" fmla="*/ 11217258 w 12192000"/>
              <a:gd name="connsiteY131" fmla="*/ 293681 h 1126566"/>
              <a:gd name="connsiteX132" fmla="*/ 11245798 w 12192000"/>
              <a:gd name="connsiteY132" fmla="*/ 292170 h 1126566"/>
              <a:gd name="connsiteX133" fmla="*/ 11255992 w 12192000"/>
              <a:gd name="connsiteY133" fmla="*/ 291919 h 1126566"/>
              <a:gd name="connsiteX134" fmla="*/ 11264859 w 12192000"/>
              <a:gd name="connsiteY134" fmla="*/ 293937 h 1126566"/>
              <a:gd name="connsiteX135" fmla="*/ 11276151 w 12192000"/>
              <a:gd name="connsiteY135" fmla="*/ 293070 h 1126566"/>
              <a:gd name="connsiteX136" fmla="*/ 11279850 w 12192000"/>
              <a:gd name="connsiteY136" fmla="*/ 291330 h 1126566"/>
              <a:gd name="connsiteX137" fmla="*/ 11290818 w 12192000"/>
              <a:gd name="connsiteY137" fmla="*/ 291060 h 1126566"/>
              <a:gd name="connsiteX138" fmla="*/ 11296248 w 12192000"/>
              <a:gd name="connsiteY138" fmla="*/ 290163 h 1126566"/>
              <a:gd name="connsiteX139" fmla="*/ 11301652 w 12192000"/>
              <a:gd name="connsiteY139" fmla="*/ 290324 h 1126566"/>
              <a:gd name="connsiteX140" fmla="*/ 11339114 w 12192000"/>
              <a:gd name="connsiteY140" fmla="*/ 288153 h 1126566"/>
              <a:gd name="connsiteX141" fmla="*/ 11345146 w 12192000"/>
              <a:gd name="connsiteY141" fmla="*/ 290802 h 1126566"/>
              <a:gd name="connsiteX142" fmla="*/ 11400126 w 12192000"/>
              <a:gd name="connsiteY142" fmla="*/ 292287 h 1126566"/>
              <a:gd name="connsiteX143" fmla="*/ 11400420 w 12192000"/>
              <a:gd name="connsiteY143" fmla="*/ 293758 h 1126566"/>
              <a:gd name="connsiteX144" fmla="*/ 11413889 w 12192000"/>
              <a:gd name="connsiteY144" fmla="*/ 300516 h 1126566"/>
              <a:gd name="connsiteX145" fmla="*/ 11440688 w 12192000"/>
              <a:gd name="connsiteY145" fmla="*/ 310121 h 1126566"/>
              <a:gd name="connsiteX146" fmla="*/ 11496733 w 12192000"/>
              <a:gd name="connsiteY146" fmla="*/ 350225 h 1126566"/>
              <a:gd name="connsiteX147" fmla="*/ 11554005 w 12192000"/>
              <a:gd name="connsiteY147" fmla="*/ 351933 h 1126566"/>
              <a:gd name="connsiteX148" fmla="*/ 11565304 w 12192000"/>
              <a:gd name="connsiteY148" fmla="*/ 353069 h 1126566"/>
              <a:gd name="connsiteX149" fmla="*/ 11565435 w 12192000"/>
              <a:gd name="connsiteY149" fmla="*/ 353419 h 1126566"/>
              <a:gd name="connsiteX150" fmla="*/ 11577168 w 12192000"/>
              <a:gd name="connsiteY150" fmla="*/ 355270 h 1126566"/>
              <a:gd name="connsiteX151" fmla="*/ 11585904 w 12192000"/>
              <a:gd name="connsiteY151" fmla="*/ 355142 h 1126566"/>
              <a:gd name="connsiteX152" fmla="*/ 11607823 w 12192000"/>
              <a:gd name="connsiteY152" fmla="*/ 357347 h 1126566"/>
              <a:gd name="connsiteX153" fmla="*/ 11614746 w 12192000"/>
              <a:gd name="connsiteY153" fmla="*/ 360281 h 1126566"/>
              <a:gd name="connsiteX154" fmla="*/ 11698873 w 12192000"/>
              <a:gd name="connsiteY154" fmla="*/ 397894 h 1126566"/>
              <a:gd name="connsiteX155" fmla="*/ 11779739 w 12192000"/>
              <a:gd name="connsiteY155" fmla="*/ 457323 h 1126566"/>
              <a:gd name="connsiteX156" fmla="*/ 11828107 w 12192000"/>
              <a:gd name="connsiteY156" fmla="*/ 477948 h 1126566"/>
              <a:gd name="connsiteX157" fmla="*/ 11866598 w 12192000"/>
              <a:gd name="connsiteY157" fmla="*/ 486803 h 1126566"/>
              <a:gd name="connsiteX158" fmla="*/ 11916744 w 12192000"/>
              <a:gd name="connsiteY158" fmla="*/ 502917 h 1126566"/>
              <a:gd name="connsiteX159" fmla="*/ 11949248 w 12192000"/>
              <a:gd name="connsiteY159" fmla="*/ 518881 h 1126566"/>
              <a:gd name="connsiteX160" fmla="*/ 11951002 w 12192000"/>
              <a:gd name="connsiteY160" fmla="*/ 518735 h 1126566"/>
              <a:gd name="connsiteX161" fmla="*/ 11957283 w 12192000"/>
              <a:gd name="connsiteY161" fmla="*/ 522828 h 1126566"/>
              <a:gd name="connsiteX162" fmla="*/ 11966535 w 12192000"/>
              <a:gd name="connsiteY162" fmla="*/ 527372 h 1126566"/>
              <a:gd name="connsiteX163" fmla="*/ 12026007 w 12192000"/>
              <a:gd name="connsiteY163" fmla="*/ 534384 h 1126566"/>
              <a:gd name="connsiteX164" fmla="*/ 12035188 w 12192000"/>
              <a:gd name="connsiteY164" fmla="*/ 529609 h 1126566"/>
              <a:gd name="connsiteX165" fmla="*/ 12115225 w 12192000"/>
              <a:gd name="connsiteY165" fmla="*/ 561895 h 1126566"/>
              <a:gd name="connsiteX166" fmla="*/ 12191636 w 12192000"/>
              <a:gd name="connsiteY166" fmla="*/ 558318 h 1126566"/>
              <a:gd name="connsiteX167" fmla="*/ 12192000 w 12192000"/>
              <a:gd name="connsiteY167" fmla="*/ 558295 h 1126566"/>
              <a:gd name="connsiteX168" fmla="*/ 12192000 w 12192000"/>
              <a:gd name="connsiteY168" fmla="*/ 1126566 h 1126566"/>
              <a:gd name="connsiteX169" fmla="*/ 0 w 12192000"/>
              <a:gd name="connsiteY169" fmla="*/ 1126566 h 1126566"/>
              <a:gd name="connsiteX170" fmla="*/ 0 w 12192000"/>
              <a:gd name="connsiteY170" fmla="*/ 401922 h 1126566"/>
              <a:gd name="connsiteX171" fmla="*/ 25242 w 12192000"/>
              <a:gd name="connsiteY171" fmla="*/ 388862 h 1126566"/>
              <a:gd name="connsiteX172" fmla="*/ 96922 w 12192000"/>
              <a:gd name="connsiteY172" fmla="*/ 357381 h 1126566"/>
              <a:gd name="connsiteX173" fmla="*/ 137910 w 12192000"/>
              <a:gd name="connsiteY173" fmla="*/ 314823 h 1126566"/>
              <a:gd name="connsiteX174" fmla="*/ 258712 w 12192000"/>
              <a:gd name="connsiteY174" fmla="*/ 286531 h 1126566"/>
              <a:gd name="connsiteX175" fmla="*/ 316354 w 12192000"/>
              <a:gd name="connsiteY175" fmla="*/ 238529 h 1126566"/>
              <a:gd name="connsiteX176" fmla="*/ 328834 w 12192000"/>
              <a:gd name="connsiteY176" fmla="*/ 240963 h 1126566"/>
              <a:gd name="connsiteX177" fmla="*/ 383414 w 12192000"/>
              <a:gd name="connsiteY177" fmla="*/ 221196 h 1126566"/>
              <a:gd name="connsiteX178" fmla="*/ 537708 w 12192000"/>
              <a:gd name="connsiteY178" fmla="*/ 119020 h 1126566"/>
              <a:gd name="connsiteX179" fmla="*/ 645390 w 12192000"/>
              <a:gd name="connsiteY179" fmla="*/ 81299 h 1126566"/>
              <a:gd name="connsiteX180" fmla="*/ 689561 w 12192000"/>
              <a:gd name="connsiteY180" fmla="*/ 73220 h 1126566"/>
              <a:gd name="connsiteX181" fmla="*/ 763197 w 12192000"/>
              <a:gd name="connsiteY181" fmla="*/ 59356 h 1126566"/>
              <a:gd name="connsiteX182" fmla="*/ 778208 w 12192000"/>
              <a:gd name="connsiteY182" fmla="*/ 63801 h 1126566"/>
              <a:gd name="connsiteX183" fmla="*/ 784725 w 12192000"/>
              <a:gd name="connsiteY183" fmla="*/ 62505 h 1126566"/>
              <a:gd name="connsiteX184" fmla="*/ 785400 w 12192000"/>
              <a:gd name="connsiteY184" fmla="*/ 62796 h 1126566"/>
              <a:gd name="connsiteX185" fmla="*/ 786774 w 12192000"/>
              <a:gd name="connsiteY185" fmla="*/ 62098 h 1126566"/>
              <a:gd name="connsiteX186" fmla="*/ 801216 w 12192000"/>
              <a:gd name="connsiteY186" fmla="*/ 59226 h 1126566"/>
              <a:gd name="connsiteX187" fmla="*/ 832892 w 12192000"/>
              <a:gd name="connsiteY187" fmla="*/ 62069 h 1126566"/>
              <a:gd name="connsiteX188" fmla="*/ 852003 w 12192000"/>
              <a:gd name="connsiteY188" fmla="*/ 61064 h 1126566"/>
              <a:gd name="connsiteX189" fmla="*/ 870719 w 12192000"/>
              <a:gd name="connsiteY189" fmla="*/ 47209 h 1126566"/>
              <a:gd name="connsiteX190" fmla="*/ 883786 w 12192000"/>
              <a:gd name="connsiteY190" fmla="*/ 45814 h 1126566"/>
              <a:gd name="connsiteX191" fmla="*/ 886400 w 12192000"/>
              <a:gd name="connsiteY191" fmla="*/ 43909 h 1126566"/>
              <a:gd name="connsiteX192" fmla="*/ 893881 w 12192000"/>
              <a:gd name="connsiteY192" fmla="*/ 40197 h 1126566"/>
              <a:gd name="connsiteX193" fmla="*/ 886282 w 12192000"/>
              <a:gd name="connsiteY193" fmla="*/ 36610 h 1126566"/>
              <a:gd name="connsiteX194" fmla="*/ 882653 w 12192000"/>
              <a:gd name="connsiteY194" fmla="*/ 24486 h 1126566"/>
              <a:gd name="connsiteX195" fmla="*/ 898087 w 12192000"/>
              <a:gd name="connsiteY195" fmla="*/ 11454 h 1126566"/>
              <a:gd name="connsiteX196" fmla="*/ 914199 w 12192000"/>
              <a:gd name="connsiteY196" fmla="*/ 6975 h 1126566"/>
              <a:gd name="connsiteX197" fmla="*/ 929751 w 12192000"/>
              <a:gd name="connsiteY197" fmla="*/ 5510 h 1126566"/>
              <a:gd name="connsiteX198" fmla="*/ 938844 w 12192000"/>
              <a:gd name="connsiteY198" fmla="*/ 8681 h 1126566"/>
              <a:gd name="connsiteX199" fmla="*/ 944941 w 12192000"/>
              <a:gd name="connsiteY199" fmla="*/ 6855 h 1126566"/>
              <a:gd name="connsiteX200" fmla="*/ 954142 w 12192000"/>
              <a:gd name="connsiteY200" fmla="*/ 8799 h 1126566"/>
              <a:gd name="connsiteX201" fmla="*/ 968213 w 12192000"/>
              <a:gd name="connsiteY201" fmla="*/ 19791 h 1126566"/>
              <a:gd name="connsiteX202" fmla="*/ 1177886 w 12192000"/>
              <a:gd name="connsiteY202" fmla="*/ 30728 h 1126566"/>
              <a:gd name="connsiteX203" fmla="*/ 1305018 w 12192000"/>
              <a:gd name="connsiteY20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384334 w 12192000"/>
              <a:gd name="connsiteY26" fmla="*/ 173113 h 1126566"/>
              <a:gd name="connsiteX27" fmla="*/ 2396234 w 12192000"/>
              <a:gd name="connsiteY27" fmla="*/ 176379 h 1126566"/>
              <a:gd name="connsiteX28" fmla="*/ 2542869 w 12192000"/>
              <a:gd name="connsiteY28" fmla="*/ 188717 h 1126566"/>
              <a:gd name="connsiteX29" fmla="*/ 2829718 w 12192000"/>
              <a:gd name="connsiteY29" fmla="*/ 242215 h 1126566"/>
              <a:gd name="connsiteX30" fmla="*/ 3028662 w 12192000"/>
              <a:gd name="connsiteY30" fmla="*/ 219550 h 1126566"/>
              <a:gd name="connsiteX31" fmla="*/ 3107019 w 12192000"/>
              <a:gd name="connsiteY31" fmla="*/ 220240 h 1126566"/>
              <a:gd name="connsiteX32" fmla="*/ 3116698 w 12192000"/>
              <a:gd name="connsiteY32" fmla="*/ 226983 h 1126566"/>
              <a:gd name="connsiteX33" fmla="*/ 3231577 w 12192000"/>
              <a:gd name="connsiteY33" fmla="*/ 202023 h 1126566"/>
              <a:gd name="connsiteX34" fmla="*/ 3386687 w 12192000"/>
              <a:gd name="connsiteY34" fmla="*/ 218190 h 1126566"/>
              <a:gd name="connsiteX35" fmla="*/ 3501680 w 12192000"/>
              <a:gd name="connsiteY35" fmla="*/ 238841 h 1126566"/>
              <a:gd name="connsiteX36" fmla="*/ 3567038 w 12192000"/>
              <a:gd name="connsiteY36" fmla="*/ 246771 h 1126566"/>
              <a:gd name="connsiteX37" fmla="*/ 3613626 w 12192000"/>
              <a:gd name="connsiteY37" fmla="*/ 256591 h 1126566"/>
              <a:gd name="connsiteX38" fmla="*/ 3737444 w 12192000"/>
              <a:gd name="connsiteY38" fmla="*/ 259793 h 1126566"/>
              <a:gd name="connsiteX39" fmla="*/ 3944870 w 12192000"/>
              <a:gd name="connsiteY39" fmla="*/ 255991 h 1126566"/>
              <a:gd name="connsiteX40" fmla="*/ 4092172 w 12192000"/>
              <a:gd name="connsiteY40" fmla="*/ 290617 h 1126566"/>
              <a:gd name="connsiteX41" fmla="*/ 4176434 w 12192000"/>
              <a:gd name="connsiteY41" fmla="*/ 272187 h 1126566"/>
              <a:gd name="connsiteX42" fmla="*/ 4269617 w 12192000"/>
              <a:gd name="connsiteY42" fmla="*/ 283947 h 1126566"/>
              <a:gd name="connsiteX43" fmla="*/ 4638729 w 12192000"/>
              <a:gd name="connsiteY43" fmla="*/ 274806 h 1126566"/>
              <a:gd name="connsiteX44" fmla="*/ 4877121 w 12192000"/>
              <a:gd name="connsiteY44" fmla="*/ 263049 h 1126566"/>
              <a:gd name="connsiteX45" fmla="*/ 4910175 w 12192000"/>
              <a:gd name="connsiteY45" fmla="*/ 258887 h 1126566"/>
              <a:gd name="connsiteX46" fmla="*/ 4910653 w 12192000"/>
              <a:gd name="connsiteY46" fmla="*/ 256337 h 1126566"/>
              <a:gd name="connsiteX47" fmla="*/ 4915901 w 12192000"/>
              <a:gd name="connsiteY47" fmla="*/ 255646 h 1126566"/>
              <a:gd name="connsiteX48" fmla="*/ 4919888 w 12192000"/>
              <a:gd name="connsiteY48" fmla="*/ 257665 h 1126566"/>
              <a:gd name="connsiteX49" fmla="*/ 4926150 w 12192000"/>
              <a:gd name="connsiteY49" fmla="*/ 256877 h 1126566"/>
              <a:gd name="connsiteX50" fmla="*/ 4943081 w 12192000"/>
              <a:gd name="connsiteY50" fmla="*/ 255402 h 1126566"/>
              <a:gd name="connsiteX51" fmla="*/ 4949875 w 12192000"/>
              <a:gd name="connsiteY51" fmla="*/ 250755 h 1126566"/>
              <a:gd name="connsiteX52" fmla="*/ 5034125 w 12192000"/>
              <a:gd name="connsiteY52" fmla="*/ 251561 h 1126566"/>
              <a:gd name="connsiteX53" fmla="*/ 5058873 w 12192000"/>
              <a:gd name="connsiteY53" fmla="*/ 245283 h 1126566"/>
              <a:gd name="connsiteX54" fmla="*/ 5123651 w 12192000"/>
              <a:gd name="connsiteY54" fmla="*/ 248360 h 1126566"/>
              <a:gd name="connsiteX55" fmla="*/ 5197539 w 12192000"/>
              <a:gd name="connsiteY55" fmla="*/ 245352 h 1126566"/>
              <a:gd name="connsiteX56" fmla="*/ 5250946 w 12192000"/>
              <a:gd name="connsiteY56" fmla="*/ 239095 h 1126566"/>
              <a:gd name="connsiteX57" fmla="*/ 5388817 w 12192000"/>
              <a:gd name="connsiteY57" fmla="*/ 245059 h 1126566"/>
              <a:gd name="connsiteX58" fmla="*/ 5618162 w 12192000"/>
              <a:gd name="connsiteY58" fmla="*/ 264094 h 1126566"/>
              <a:gd name="connsiteX59" fmla="*/ 5666664 w 12192000"/>
              <a:gd name="connsiteY59" fmla="*/ 266098 h 1126566"/>
              <a:gd name="connsiteX60" fmla="*/ 5715324 w 12192000"/>
              <a:gd name="connsiteY60" fmla="*/ 251101 h 1126566"/>
              <a:gd name="connsiteX61" fmla="*/ 5741796 w 12192000"/>
              <a:gd name="connsiteY61" fmla="*/ 250897 h 1126566"/>
              <a:gd name="connsiteX62" fmla="*/ 5748565 w 12192000"/>
              <a:gd name="connsiteY62" fmla="*/ 249142 h 1126566"/>
              <a:gd name="connsiteX63" fmla="*/ 5787667 w 12192000"/>
              <a:gd name="connsiteY63" fmla="*/ 240782 h 1126566"/>
              <a:gd name="connsiteX64" fmla="*/ 5877829 w 12192000"/>
              <a:gd name="connsiteY64" fmla="*/ 265178 h 1126566"/>
              <a:gd name="connsiteX65" fmla="*/ 5946099 w 12192000"/>
              <a:gd name="connsiteY65" fmla="*/ 275229 h 1126566"/>
              <a:gd name="connsiteX66" fmla="*/ 5951885 w 12192000"/>
              <a:gd name="connsiteY66" fmla="*/ 273306 h 1126566"/>
              <a:gd name="connsiteX67" fmla="*/ 5957187 w 12192000"/>
              <a:gd name="connsiteY67" fmla="*/ 267506 h 1126566"/>
              <a:gd name="connsiteX68" fmla="*/ 5969996 w 12192000"/>
              <a:gd name="connsiteY68" fmla="*/ 266279 h 1126566"/>
              <a:gd name="connsiteX69" fmla="*/ 5983257 w 12192000"/>
              <a:gd name="connsiteY69" fmla="*/ 260438 h 1126566"/>
              <a:gd name="connsiteX70" fmla="*/ 6390944 w 12192000"/>
              <a:gd name="connsiteY70" fmla="*/ 296657 h 1126566"/>
              <a:gd name="connsiteX71" fmla="*/ 6472553 w 12192000"/>
              <a:gd name="connsiteY71" fmla="*/ 327261 h 1126566"/>
              <a:gd name="connsiteX72" fmla="*/ 6598839 w 12192000"/>
              <a:gd name="connsiteY72" fmla="*/ 327138 h 1126566"/>
              <a:gd name="connsiteX73" fmla="*/ 6674894 w 12192000"/>
              <a:gd name="connsiteY73" fmla="*/ 339184 h 1126566"/>
              <a:gd name="connsiteX74" fmla="*/ 6686944 w 12192000"/>
              <a:gd name="connsiteY74" fmla="*/ 334233 h 1126566"/>
              <a:gd name="connsiteX75" fmla="*/ 6788093 w 12192000"/>
              <a:gd name="connsiteY75" fmla="*/ 377012 h 1126566"/>
              <a:gd name="connsiteX76" fmla="*/ 6944546 w 12192000"/>
              <a:gd name="connsiteY76" fmla="*/ 386543 h 1126566"/>
              <a:gd name="connsiteX77" fmla="*/ 7063994 w 12192000"/>
              <a:gd name="connsiteY77" fmla="*/ 385228 h 1126566"/>
              <a:gd name="connsiteX78" fmla="*/ 7130364 w 12192000"/>
              <a:gd name="connsiteY78" fmla="*/ 388164 h 1126566"/>
              <a:gd name="connsiteX79" fmla="*/ 7179335 w 12192000"/>
              <a:gd name="connsiteY79" fmla="*/ 386225 h 1126566"/>
              <a:gd name="connsiteX80" fmla="*/ 7300357 w 12192000"/>
              <a:gd name="connsiteY80" fmla="*/ 403218 h 1126566"/>
              <a:gd name="connsiteX81" fmla="*/ 7499445 w 12192000"/>
              <a:gd name="connsiteY81" fmla="*/ 440549 h 1126566"/>
              <a:gd name="connsiteX82" fmla="*/ 7655710 w 12192000"/>
              <a:gd name="connsiteY82" fmla="*/ 430962 h 1126566"/>
              <a:gd name="connsiteX83" fmla="*/ 7729851 w 12192000"/>
              <a:gd name="connsiteY83" fmla="*/ 462457 h 1126566"/>
              <a:gd name="connsiteX84" fmla="*/ 7824660 w 12192000"/>
              <a:gd name="connsiteY84" fmla="*/ 466203 h 1126566"/>
              <a:gd name="connsiteX85" fmla="*/ 8277851 w 12192000"/>
              <a:gd name="connsiteY85" fmla="*/ 502630 h 1126566"/>
              <a:gd name="connsiteX86" fmla="*/ 8382461 w 12192000"/>
              <a:gd name="connsiteY86" fmla="*/ 526824 h 1126566"/>
              <a:gd name="connsiteX87" fmla="*/ 8594502 w 12192000"/>
              <a:gd name="connsiteY87" fmla="*/ 613607 h 1126566"/>
              <a:gd name="connsiteX88" fmla="*/ 8808358 w 12192000"/>
              <a:gd name="connsiteY88" fmla="*/ 654694 h 1126566"/>
              <a:gd name="connsiteX89" fmla="*/ 8880244 w 12192000"/>
              <a:gd name="connsiteY89" fmla="*/ 661466 h 1126566"/>
              <a:gd name="connsiteX90" fmla="*/ 8885004 w 12192000"/>
              <a:gd name="connsiteY90" fmla="*/ 663655 h 1126566"/>
              <a:gd name="connsiteX91" fmla="*/ 8886720 w 12192000"/>
              <a:gd name="connsiteY91" fmla="*/ 662879 h 1126566"/>
              <a:gd name="connsiteX92" fmla="*/ 8912175 w 12192000"/>
              <a:gd name="connsiteY92" fmla="*/ 660908 h 1126566"/>
              <a:gd name="connsiteX93" fmla="*/ 8969814 w 12192000"/>
              <a:gd name="connsiteY93" fmla="*/ 639833 h 1126566"/>
              <a:gd name="connsiteX94" fmla="*/ 8996241 w 12192000"/>
              <a:gd name="connsiteY94" fmla="*/ 655221 h 1126566"/>
              <a:gd name="connsiteX95" fmla="*/ 9092152 w 12192000"/>
              <a:gd name="connsiteY95" fmla="*/ 609097 h 1126566"/>
              <a:gd name="connsiteX96" fmla="*/ 9156546 w 12192000"/>
              <a:gd name="connsiteY96" fmla="*/ 585468 h 1126566"/>
              <a:gd name="connsiteX97" fmla="*/ 9194830 w 12192000"/>
              <a:gd name="connsiteY97" fmla="*/ 571148 h 1126566"/>
              <a:gd name="connsiteX98" fmla="*/ 9314188 w 12192000"/>
              <a:gd name="connsiteY98" fmla="*/ 547301 h 1126566"/>
              <a:gd name="connsiteX99" fmla="*/ 9554706 w 12192000"/>
              <a:gd name="connsiteY99" fmla="*/ 542666 h 1126566"/>
              <a:gd name="connsiteX100" fmla="*/ 9616141 w 12192000"/>
              <a:gd name="connsiteY100" fmla="*/ 530976 h 1126566"/>
              <a:gd name="connsiteX101" fmla="*/ 9620146 w 12192000"/>
              <a:gd name="connsiteY101" fmla="*/ 524035 h 1126566"/>
              <a:gd name="connsiteX102" fmla="*/ 9724197 w 12192000"/>
              <a:gd name="connsiteY102" fmla="*/ 528337 h 1126566"/>
              <a:gd name="connsiteX103" fmla="*/ 9837846 w 12192000"/>
              <a:gd name="connsiteY103" fmla="*/ 492977 h 1126566"/>
              <a:gd name="connsiteX104" fmla="*/ 9917440 w 12192000"/>
              <a:gd name="connsiteY104" fmla="*/ 459605 h 1126566"/>
              <a:gd name="connsiteX105" fmla="*/ 9918439 w 12192000"/>
              <a:gd name="connsiteY105" fmla="*/ 453114 h 1126566"/>
              <a:gd name="connsiteX106" fmla="*/ 9953039 w 12192000"/>
              <a:gd name="connsiteY106" fmla="*/ 452486 h 1126566"/>
              <a:gd name="connsiteX107" fmla="*/ 9988183 w 12192000"/>
              <a:gd name="connsiteY107" fmla="*/ 448079 h 1126566"/>
              <a:gd name="connsiteX108" fmla="*/ 9991965 w 12192000"/>
              <a:gd name="connsiteY108" fmla="*/ 435969 h 1126566"/>
              <a:gd name="connsiteX109" fmla="*/ 9986932 w 12192000"/>
              <a:gd name="connsiteY109" fmla="*/ 431168 h 1126566"/>
              <a:gd name="connsiteX110" fmla="*/ 9996190 w 12192000"/>
              <a:gd name="connsiteY110" fmla="*/ 429066 h 1126566"/>
              <a:gd name="connsiteX111" fmla="*/ 9999786 w 12192000"/>
              <a:gd name="connsiteY111" fmla="*/ 427758 h 1126566"/>
              <a:gd name="connsiteX112" fmla="*/ 10012936 w 12192000"/>
              <a:gd name="connsiteY112" fmla="*/ 428884 h 1126566"/>
              <a:gd name="connsiteX113" fmla="*/ 10038815 w 12192000"/>
              <a:gd name="connsiteY113" fmla="*/ 419316 h 1126566"/>
              <a:gd name="connsiteX114" fmla="*/ 10057432 w 12192000"/>
              <a:gd name="connsiteY114" fmla="*/ 421938 h 1126566"/>
              <a:gd name="connsiteX115" fmla="*/ 10121534 w 12192000"/>
              <a:gd name="connsiteY115" fmla="*/ 437514 h 1126566"/>
              <a:gd name="connsiteX116" fmla="*/ 10199200 w 12192000"/>
              <a:gd name="connsiteY116" fmla="*/ 438197 h 1126566"/>
              <a:gd name="connsiteX117" fmla="*/ 10245648 w 12192000"/>
              <a:gd name="connsiteY117" fmla="*/ 438831 h 1126566"/>
              <a:gd name="connsiteX118" fmla="*/ 10369590 w 12192000"/>
              <a:gd name="connsiteY118" fmla="*/ 423377 h 1126566"/>
              <a:gd name="connsiteX119" fmla="*/ 10575777 w 12192000"/>
              <a:gd name="connsiteY119" fmla="*/ 355859 h 1126566"/>
              <a:gd name="connsiteX120" fmla="*/ 10638984 w 12192000"/>
              <a:gd name="connsiteY120" fmla="*/ 347416 h 1126566"/>
              <a:gd name="connsiteX121" fmla="*/ 10649306 w 12192000"/>
              <a:gd name="connsiteY121" fmla="*/ 352042 h 1126566"/>
              <a:gd name="connsiteX122" fmla="*/ 10732175 w 12192000"/>
              <a:gd name="connsiteY122" fmla="*/ 317549 h 1126566"/>
              <a:gd name="connsiteX123" fmla="*/ 10862886 w 12192000"/>
              <a:gd name="connsiteY123" fmla="*/ 313438 h 1126566"/>
              <a:gd name="connsiteX124" fmla="*/ 10963063 w 12192000"/>
              <a:gd name="connsiteY124" fmla="*/ 317771 h 1126566"/>
              <a:gd name="connsiteX125" fmla="*/ 11018562 w 12192000"/>
              <a:gd name="connsiteY125" fmla="*/ 316991 h 1126566"/>
              <a:gd name="connsiteX126" fmla="*/ 11059692 w 12192000"/>
              <a:gd name="connsiteY126" fmla="*/ 319983 h 1126566"/>
              <a:gd name="connsiteX127" fmla="*/ 11160371 w 12192000"/>
              <a:gd name="connsiteY127" fmla="*/ 308440 h 1126566"/>
              <a:gd name="connsiteX128" fmla="*/ 11178386 w 12192000"/>
              <a:gd name="connsiteY128" fmla="*/ 299490 h 1126566"/>
              <a:gd name="connsiteX129" fmla="*/ 11192494 w 12192000"/>
              <a:gd name="connsiteY129" fmla="*/ 296221 h 1126566"/>
              <a:gd name="connsiteX130" fmla="*/ 11199770 w 12192000"/>
              <a:gd name="connsiteY130" fmla="*/ 299772 h 1126566"/>
              <a:gd name="connsiteX131" fmla="*/ 11217258 w 12192000"/>
              <a:gd name="connsiteY131" fmla="*/ 293681 h 1126566"/>
              <a:gd name="connsiteX132" fmla="*/ 11245798 w 12192000"/>
              <a:gd name="connsiteY132" fmla="*/ 292170 h 1126566"/>
              <a:gd name="connsiteX133" fmla="*/ 11255992 w 12192000"/>
              <a:gd name="connsiteY133" fmla="*/ 291919 h 1126566"/>
              <a:gd name="connsiteX134" fmla="*/ 11264859 w 12192000"/>
              <a:gd name="connsiteY134" fmla="*/ 293937 h 1126566"/>
              <a:gd name="connsiteX135" fmla="*/ 11276151 w 12192000"/>
              <a:gd name="connsiteY135" fmla="*/ 293070 h 1126566"/>
              <a:gd name="connsiteX136" fmla="*/ 11279850 w 12192000"/>
              <a:gd name="connsiteY136" fmla="*/ 291330 h 1126566"/>
              <a:gd name="connsiteX137" fmla="*/ 11290818 w 12192000"/>
              <a:gd name="connsiteY137" fmla="*/ 291060 h 1126566"/>
              <a:gd name="connsiteX138" fmla="*/ 11296248 w 12192000"/>
              <a:gd name="connsiteY138" fmla="*/ 290163 h 1126566"/>
              <a:gd name="connsiteX139" fmla="*/ 11301652 w 12192000"/>
              <a:gd name="connsiteY139" fmla="*/ 290324 h 1126566"/>
              <a:gd name="connsiteX140" fmla="*/ 11339114 w 12192000"/>
              <a:gd name="connsiteY140" fmla="*/ 288153 h 1126566"/>
              <a:gd name="connsiteX141" fmla="*/ 11345146 w 12192000"/>
              <a:gd name="connsiteY141" fmla="*/ 290802 h 1126566"/>
              <a:gd name="connsiteX142" fmla="*/ 11400126 w 12192000"/>
              <a:gd name="connsiteY142" fmla="*/ 292287 h 1126566"/>
              <a:gd name="connsiteX143" fmla="*/ 11400420 w 12192000"/>
              <a:gd name="connsiteY143" fmla="*/ 293758 h 1126566"/>
              <a:gd name="connsiteX144" fmla="*/ 11413889 w 12192000"/>
              <a:gd name="connsiteY144" fmla="*/ 300516 h 1126566"/>
              <a:gd name="connsiteX145" fmla="*/ 11440688 w 12192000"/>
              <a:gd name="connsiteY145" fmla="*/ 310121 h 1126566"/>
              <a:gd name="connsiteX146" fmla="*/ 11496733 w 12192000"/>
              <a:gd name="connsiteY146" fmla="*/ 350225 h 1126566"/>
              <a:gd name="connsiteX147" fmla="*/ 11554005 w 12192000"/>
              <a:gd name="connsiteY147" fmla="*/ 351933 h 1126566"/>
              <a:gd name="connsiteX148" fmla="*/ 11565304 w 12192000"/>
              <a:gd name="connsiteY148" fmla="*/ 353069 h 1126566"/>
              <a:gd name="connsiteX149" fmla="*/ 11565435 w 12192000"/>
              <a:gd name="connsiteY149" fmla="*/ 353419 h 1126566"/>
              <a:gd name="connsiteX150" fmla="*/ 11577168 w 12192000"/>
              <a:gd name="connsiteY150" fmla="*/ 355270 h 1126566"/>
              <a:gd name="connsiteX151" fmla="*/ 11585904 w 12192000"/>
              <a:gd name="connsiteY151" fmla="*/ 355142 h 1126566"/>
              <a:gd name="connsiteX152" fmla="*/ 11607823 w 12192000"/>
              <a:gd name="connsiteY152" fmla="*/ 357347 h 1126566"/>
              <a:gd name="connsiteX153" fmla="*/ 11614746 w 12192000"/>
              <a:gd name="connsiteY153" fmla="*/ 360281 h 1126566"/>
              <a:gd name="connsiteX154" fmla="*/ 11698873 w 12192000"/>
              <a:gd name="connsiteY154" fmla="*/ 397894 h 1126566"/>
              <a:gd name="connsiteX155" fmla="*/ 11779739 w 12192000"/>
              <a:gd name="connsiteY155" fmla="*/ 457323 h 1126566"/>
              <a:gd name="connsiteX156" fmla="*/ 11828107 w 12192000"/>
              <a:gd name="connsiteY156" fmla="*/ 477948 h 1126566"/>
              <a:gd name="connsiteX157" fmla="*/ 11866598 w 12192000"/>
              <a:gd name="connsiteY157" fmla="*/ 486803 h 1126566"/>
              <a:gd name="connsiteX158" fmla="*/ 11916744 w 12192000"/>
              <a:gd name="connsiteY158" fmla="*/ 502917 h 1126566"/>
              <a:gd name="connsiteX159" fmla="*/ 11949248 w 12192000"/>
              <a:gd name="connsiteY159" fmla="*/ 518881 h 1126566"/>
              <a:gd name="connsiteX160" fmla="*/ 11951002 w 12192000"/>
              <a:gd name="connsiteY160" fmla="*/ 518735 h 1126566"/>
              <a:gd name="connsiteX161" fmla="*/ 11957283 w 12192000"/>
              <a:gd name="connsiteY161" fmla="*/ 522828 h 1126566"/>
              <a:gd name="connsiteX162" fmla="*/ 11966535 w 12192000"/>
              <a:gd name="connsiteY162" fmla="*/ 527372 h 1126566"/>
              <a:gd name="connsiteX163" fmla="*/ 12026007 w 12192000"/>
              <a:gd name="connsiteY163" fmla="*/ 534384 h 1126566"/>
              <a:gd name="connsiteX164" fmla="*/ 12035188 w 12192000"/>
              <a:gd name="connsiteY164" fmla="*/ 529609 h 1126566"/>
              <a:gd name="connsiteX165" fmla="*/ 12115225 w 12192000"/>
              <a:gd name="connsiteY165" fmla="*/ 561895 h 1126566"/>
              <a:gd name="connsiteX166" fmla="*/ 12191636 w 12192000"/>
              <a:gd name="connsiteY166" fmla="*/ 558318 h 1126566"/>
              <a:gd name="connsiteX167" fmla="*/ 12192000 w 12192000"/>
              <a:gd name="connsiteY167" fmla="*/ 558295 h 1126566"/>
              <a:gd name="connsiteX168" fmla="*/ 12192000 w 12192000"/>
              <a:gd name="connsiteY168" fmla="*/ 1126566 h 1126566"/>
              <a:gd name="connsiteX169" fmla="*/ 0 w 12192000"/>
              <a:gd name="connsiteY169" fmla="*/ 1126566 h 1126566"/>
              <a:gd name="connsiteX170" fmla="*/ 0 w 12192000"/>
              <a:gd name="connsiteY170" fmla="*/ 401922 h 1126566"/>
              <a:gd name="connsiteX171" fmla="*/ 25242 w 12192000"/>
              <a:gd name="connsiteY171" fmla="*/ 388862 h 1126566"/>
              <a:gd name="connsiteX172" fmla="*/ 96922 w 12192000"/>
              <a:gd name="connsiteY172" fmla="*/ 357381 h 1126566"/>
              <a:gd name="connsiteX173" fmla="*/ 137910 w 12192000"/>
              <a:gd name="connsiteY173" fmla="*/ 314823 h 1126566"/>
              <a:gd name="connsiteX174" fmla="*/ 258712 w 12192000"/>
              <a:gd name="connsiteY174" fmla="*/ 286531 h 1126566"/>
              <a:gd name="connsiteX175" fmla="*/ 316354 w 12192000"/>
              <a:gd name="connsiteY175" fmla="*/ 238529 h 1126566"/>
              <a:gd name="connsiteX176" fmla="*/ 328834 w 12192000"/>
              <a:gd name="connsiteY176" fmla="*/ 240963 h 1126566"/>
              <a:gd name="connsiteX177" fmla="*/ 383414 w 12192000"/>
              <a:gd name="connsiteY177" fmla="*/ 221196 h 1126566"/>
              <a:gd name="connsiteX178" fmla="*/ 537708 w 12192000"/>
              <a:gd name="connsiteY178" fmla="*/ 119020 h 1126566"/>
              <a:gd name="connsiteX179" fmla="*/ 645390 w 12192000"/>
              <a:gd name="connsiteY179" fmla="*/ 81299 h 1126566"/>
              <a:gd name="connsiteX180" fmla="*/ 689561 w 12192000"/>
              <a:gd name="connsiteY180" fmla="*/ 73220 h 1126566"/>
              <a:gd name="connsiteX181" fmla="*/ 763197 w 12192000"/>
              <a:gd name="connsiteY181" fmla="*/ 59356 h 1126566"/>
              <a:gd name="connsiteX182" fmla="*/ 778208 w 12192000"/>
              <a:gd name="connsiteY182" fmla="*/ 63801 h 1126566"/>
              <a:gd name="connsiteX183" fmla="*/ 784725 w 12192000"/>
              <a:gd name="connsiteY183" fmla="*/ 62505 h 1126566"/>
              <a:gd name="connsiteX184" fmla="*/ 785400 w 12192000"/>
              <a:gd name="connsiteY184" fmla="*/ 62796 h 1126566"/>
              <a:gd name="connsiteX185" fmla="*/ 786774 w 12192000"/>
              <a:gd name="connsiteY185" fmla="*/ 62098 h 1126566"/>
              <a:gd name="connsiteX186" fmla="*/ 801216 w 12192000"/>
              <a:gd name="connsiteY186" fmla="*/ 59226 h 1126566"/>
              <a:gd name="connsiteX187" fmla="*/ 832892 w 12192000"/>
              <a:gd name="connsiteY187" fmla="*/ 62069 h 1126566"/>
              <a:gd name="connsiteX188" fmla="*/ 852003 w 12192000"/>
              <a:gd name="connsiteY188" fmla="*/ 61064 h 1126566"/>
              <a:gd name="connsiteX189" fmla="*/ 870719 w 12192000"/>
              <a:gd name="connsiteY189" fmla="*/ 47209 h 1126566"/>
              <a:gd name="connsiteX190" fmla="*/ 883786 w 12192000"/>
              <a:gd name="connsiteY190" fmla="*/ 45814 h 1126566"/>
              <a:gd name="connsiteX191" fmla="*/ 886400 w 12192000"/>
              <a:gd name="connsiteY191" fmla="*/ 43909 h 1126566"/>
              <a:gd name="connsiteX192" fmla="*/ 893881 w 12192000"/>
              <a:gd name="connsiteY192" fmla="*/ 40197 h 1126566"/>
              <a:gd name="connsiteX193" fmla="*/ 886282 w 12192000"/>
              <a:gd name="connsiteY193" fmla="*/ 36610 h 1126566"/>
              <a:gd name="connsiteX194" fmla="*/ 882653 w 12192000"/>
              <a:gd name="connsiteY194" fmla="*/ 24486 h 1126566"/>
              <a:gd name="connsiteX195" fmla="*/ 898087 w 12192000"/>
              <a:gd name="connsiteY195" fmla="*/ 11454 h 1126566"/>
              <a:gd name="connsiteX196" fmla="*/ 914199 w 12192000"/>
              <a:gd name="connsiteY196" fmla="*/ 6975 h 1126566"/>
              <a:gd name="connsiteX197" fmla="*/ 929751 w 12192000"/>
              <a:gd name="connsiteY197" fmla="*/ 5510 h 1126566"/>
              <a:gd name="connsiteX198" fmla="*/ 938844 w 12192000"/>
              <a:gd name="connsiteY198" fmla="*/ 8681 h 1126566"/>
              <a:gd name="connsiteX199" fmla="*/ 944941 w 12192000"/>
              <a:gd name="connsiteY199" fmla="*/ 6855 h 1126566"/>
              <a:gd name="connsiteX200" fmla="*/ 954142 w 12192000"/>
              <a:gd name="connsiteY200" fmla="*/ 8799 h 1126566"/>
              <a:gd name="connsiteX201" fmla="*/ 968213 w 12192000"/>
              <a:gd name="connsiteY201" fmla="*/ 19791 h 1126566"/>
              <a:gd name="connsiteX202" fmla="*/ 1177886 w 12192000"/>
              <a:gd name="connsiteY202" fmla="*/ 30728 h 1126566"/>
              <a:gd name="connsiteX203" fmla="*/ 1305018 w 12192000"/>
              <a:gd name="connsiteY20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384334 w 12192000"/>
              <a:gd name="connsiteY26" fmla="*/ 173113 h 1126566"/>
              <a:gd name="connsiteX27" fmla="*/ 2500607 w 12192000"/>
              <a:gd name="connsiteY27" fmla="*/ 180917 h 1126566"/>
              <a:gd name="connsiteX28" fmla="*/ 2542869 w 12192000"/>
              <a:gd name="connsiteY28" fmla="*/ 188717 h 1126566"/>
              <a:gd name="connsiteX29" fmla="*/ 2829718 w 12192000"/>
              <a:gd name="connsiteY29" fmla="*/ 242215 h 1126566"/>
              <a:gd name="connsiteX30" fmla="*/ 3028662 w 12192000"/>
              <a:gd name="connsiteY30" fmla="*/ 219550 h 1126566"/>
              <a:gd name="connsiteX31" fmla="*/ 3107019 w 12192000"/>
              <a:gd name="connsiteY31" fmla="*/ 220240 h 1126566"/>
              <a:gd name="connsiteX32" fmla="*/ 3116698 w 12192000"/>
              <a:gd name="connsiteY32" fmla="*/ 226983 h 1126566"/>
              <a:gd name="connsiteX33" fmla="*/ 3231577 w 12192000"/>
              <a:gd name="connsiteY33" fmla="*/ 202023 h 1126566"/>
              <a:gd name="connsiteX34" fmla="*/ 3386687 w 12192000"/>
              <a:gd name="connsiteY34" fmla="*/ 218190 h 1126566"/>
              <a:gd name="connsiteX35" fmla="*/ 3501680 w 12192000"/>
              <a:gd name="connsiteY35" fmla="*/ 238841 h 1126566"/>
              <a:gd name="connsiteX36" fmla="*/ 3567038 w 12192000"/>
              <a:gd name="connsiteY36" fmla="*/ 246771 h 1126566"/>
              <a:gd name="connsiteX37" fmla="*/ 3613626 w 12192000"/>
              <a:gd name="connsiteY37" fmla="*/ 256591 h 1126566"/>
              <a:gd name="connsiteX38" fmla="*/ 3737444 w 12192000"/>
              <a:gd name="connsiteY38" fmla="*/ 259793 h 1126566"/>
              <a:gd name="connsiteX39" fmla="*/ 3944870 w 12192000"/>
              <a:gd name="connsiteY39" fmla="*/ 255991 h 1126566"/>
              <a:gd name="connsiteX40" fmla="*/ 4092172 w 12192000"/>
              <a:gd name="connsiteY40" fmla="*/ 290617 h 1126566"/>
              <a:gd name="connsiteX41" fmla="*/ 4176434 w 12192000"/>
              <a:gd name="connsiteY41" fmla="*/ 272187 h 1126566"/>
              <a:gd name="connsiteX42" fmla="*/ 4269617 w 12192000"/>
              <a:gd name="connsiteY42" fmla="*/ 283947 h 1126566"/>
              <a:gd name="connsiteX43" fmla="*/ 4638729 w 12192000"/>
              <a:gd name="connsiteY43" fmla="*/ 274806 h 1126566"/>
              <a:gd name="connsiteX44" fmla="*/ 4877121 w 12192000"/>
              <a:gd name="connsiteY44" fmla="*/ 263049 h 1126566"/>
              <a:gd name="connsiteX45" fmla="*/ 4910175 w 12192000"/>
              <a:gd name="connsiteY45" fmla="*/ 258887 h 1126566"/>
              <a:gd name="connsiteX46" fmla="*/ 4910653 w 12192000"/>
              <a:gd name="connsiteY46" fmla="*/ 256337 h 1126566"/>
              <a:gd name="connsiteX47" fmla="*/ 4915901 w 12192000"/>
              <a:gd name="connsiteY47" fmla="*/ 255646 h 1126566"/>
              <a:gd name="connsiteX48" fmla="*/ 4919888 w 12192000"/>
              <a:gd name="connsiteY48" fmla="*/ 257665 h 1126566"/>
              <a:gd name="connsiteX49" fmla="*/ 4926150 w 12192000"/>
              <a:gd name="connsiteY49" fmla="*/ 256877 h 1126566"/>
              <a:gd name="connsiteX50" fmla="*/ 4943081 w 12192000"/>
              <a:gd name="connsiteY50" fmla="*/ 255402 h 1126566"/>
              <a:gd name="connsiteX51" fmla="*/ 4949875 w 12192000"/>
              <a:gd name="connsiteY51" fmla="*/ 250755 h 1126566"/>
              <a:gd name="connsiteX52" fmla="*/ 5034125 w 12192000"/>
              <a:gd name="connsiteY52" fmla="*/ 251561 h 1126566"/>
              <a:gd name="connsiteX53" fmla="*/ 5058873 w 12192000"/>
              <a:gd name="connsiteY53" fmla="*/ 245283 h 1126566"/>
              <a:gd name="connsiteX54" fmla="*/ 5123651 w 12192000"/>
              <a:gd name="connsiteY54" fmla="*/ 248360 h 1126566"/>
              <a:gd name="connsiteX55" fmla="*/ 5197539 w 12192000"/>
              <a:gd name="connsiteY55" fmla="*/ 245352 h 1126566"/>
              <a:gd name="connsiteX56" fmla="*/ 5250946 w 12192000"/>
              <a:gd name="connsiteY56" fmla="*/ 239095 h 1126566"/>
              <a:gd name="connsiteX57" fmla="*/ 5388817 w 12192000"/>
              <a:gd name="connsiteY57" fmla="*/ 245059 h 1126566"/>
              <a:gd name="connsiteX58" fmla="*/ 5618162 w 12192000"/>
              <a:gd name="connsiteY58" fmla="*/ 264094 h 1126566"/>
              <a:gd name="connsiteX59" fmla="*/ 5666664 w 12192000"/>
              <a:gd name="connsiteY59" fmla="*/ 266098 h 1126566"/>
              <a:gd name="connsiteX60" fmla="*/ 5715324 w 12192000"/>
              <a:gd name="connsiteY60" fmla="*/ 251101 h 1126566"/>
              <a:gd name="connsiteX61" fmla="*/ 5741796 w 12192000"/>
              <a:gd name="connsiteY61" fmla="*/ 250897 h 1126566"/>
              <a:gd name="connsiteX62" fmla="*/ 5748565 w 12192000"/>
              <a:gd name="connsiteY62" fmla="*/ 249142 h 1126566"/>
              <a:gd name="connsiteX63" fmla="*/ 5787667 w 12192000"/>
              <a:gd name="connsiteY63" fmla="*/ 240782 h 1126566"/>
              <a:gd name="connsiteX64" fmla="*/ 5877829 w 12192000"/>
              <a:gd name="connsiteY64" fmla="*/ 265178 h 1126566"/>
              <a:gd name="connsiteX65" fmla="*/ 5946099 w 12192000"/>
              <a:gd name="connsiteY65" fmla="*/ 275229 h 1126566"/>
              <a:gd name="connsiteX66" fmla="*/ 5951885 w 12192000"/>
              <a:gd name="connsiteY66" fmla="*/ 273306 h 1126566"/>
              <a:gd name="connsiteX67" fmla="*/ 5957187 w 12192000"/>
              <a:gd name="connsiteY67" fmla="*/ 267506 h 1126566"/>
              <a:gd name="connsiteX68" fmla="*/ 5969996 w 12192000"/>
              <a:gd name="connsiteY68" fmla="*/ 266279 h 1126566"/>
              <a:gd name="connsiteX69" fmla="*/ 5983257 w 12192000"/>
              <a:gd name="connsiteY69" fmla="*/ 260438 h 1126566"/>
              <a:gd name="connsiteX70" fmla="*/ 6390944 w 12192000"/>
              <a:gd name="connsiteY70" fmla="*/ 296657 h 1126566"/>
              <a:gd name="connsiteX71" fmla="*/ 6472553 w 12192000"/>
              <a:gd name="connsiteY71" fmla="*/ 327261 h 1126566"/>
              <a:gd name="connsiteX72" fmla="*/ 6598839 w 12192000"/>
              <a:gd name="connsiteY72" fmla="*/ 327138 h 1126566"/>
              <a:gd name="connsiteX73" fmla="*/ 6674894 w 12192000"/>
              <a:gd name="connsiteY73" fmla="*/ 339184 h 1126566"/>
              <a:gd name="connsiteX74" fmla="*/ 6686944 w 12192000"/>
              <a:gd name="connsiteY74" fmla="*/ 334233 h 1126566"/>
              <a:gd name="connsiteX75" fmla="*/ 6788093 w 12192000"/>
              <a:gd name="connsiteY75" fmla="*/ 377012 h 1126566"/>
              <a:gd name="connsiteX76" fmla="*/ 6944546 w 12192000"/>
              <a:gd name="connsiteY76" fmla="*/ 386543 h 1126566"/>
              <a:gd name="connsiteX77" fmla="*/ 7063994 w 12192000"/>
              <a:gd name="connsiteY77" fmla="*/ 385228 h 1126566"/>
              <a:gd name="connsiteX78" fmla="*/ 7130364 w 12192000"/>
              <a:gd name="connsiteY78" fmla="*/ 388164 h 1126566"/>
              <a:gd name="connsiteX79" fmla="*/ 7179335 w 12192000"/>
              <a:gd name="connsiteY79" fmla="*/ 386225 h 1126566"/>
              <a:gd name="connsiteX80" fmla="*/ 7300357 w 12192000"/>
              <a:gd name="connsiteY80" fmla="*/ 403218 h 1126566"/>
              <a:gd name="connsiteX81" fmla="*/ 7499445 w 12192000"/>
              <a:gd name="connsiteY81" fmla="*/ 440549 h 1126566"/>
              <a:gd name="connsiteX82" fmla="*/ 7655710 w 12192000"/>
              <a:gd name="connsiteY82" fmla="*/ 430962 h 1126566"/>
              <a:gd name="connsiteX83" fmla="*/ 7729851 w 12192000"/>
              <a:gd name="connsiteY83" fmla="*/ 462457 h 1126566"/>
              <a:gd name="connsiteX84" fmla="*/ 7824660 w 12192000"/>
              <a:gd name="connsiteY84" fmla="*/ 466203 h 1126566"/>
              <a:gd name="connsiteX85" fmla="*/ 8277851 w 12192000"/>
              <a:gd name="connsiteY85" fmla="*/ 502630 h 1126566"/>
              <a:gd name="connsiteX86" fmla="*/ 8382461 w 12192000"/>
              <a:gd name="connsiteY86" fmla="*/ 526824 h 1126566"/>
              <a:gd name="connsiteX87" fmla="*/ 8594502 w 12192000"/>
              <a:gd name="connsiteY87" fmla="*/ 613607 h 1126566"/>
              <a:gd name="connsiteX88" fmla="*/ 8808358 w 12192000"/>
              <a:gd name="connsiteY88" fmla="*/ 654694 h 1126566"/>
              <a:gd name="connsiteX89" fmla="*/ 8880244 w 12192000"/>
              <a:gd name="connsiteY89" fmla="*/ 661466 h 1126566"/>
              <a:gd name="connsiteX90" fmla="*/ 8885004 w 12192000"/>
              <a:gd name="connsiteY90" fmla="*/ 663655 h 1126566"/>
              <a:gd name="connsiteX91" fmla="*/ 8886720 w 12192000"/>
              <a:gd name="connsiteY91" fmla="*/ 662879 h 1126566"/>
              <a:gd name="connsiteX92" fmla="*/ 8912175 w 12192000"/>
              <a:gd name="connsiteY92" fmla="*/ 660908 h 1126566"/>
              <a:gd name="connsiteX93" fmla="*/ 8969814 w 12192000"/>
              <a:gd name="connsiteY93" fmla="*/ 639833 h 1126566"/>
              <a:gd name="connsiteX94" fmla="*/ 8996241 w 12192000"/>
              <a:gd name="connsiteY94" fmla="*/ 655221 h 1126566"/>
              <a:gd name="connsiteX95" fmla="*/ 9092152 w 12192000"/>
              <a:gd name="connsiteY95" fmla="*/ 609097 h 1126566"/>
              <a:gd name="connsiteX96" fmla="*/ 9156546 w 12192000"/>
              <a:gd name="connsiteY96" fmla="*/ 585468 h 1126566"/>
              <a:gd name="connsiteX97" fmla="*/ 9194830 w 12192000"/>
              <a:gd name="connsiteY97" fmla="*/ 571148 h 1126566"/>
              <a:gd name="connsiteX98" fmla="*/ 9314188 w 12192000"/>
              <a:gd name="connsiteY98" fmla="*/ 547301 h 1126566"/>
              <a:gd name="connsiteX99" fmla="*/ 9554706 w 12192000"/>
              <a:gd name="connsiteY99" fmla="*/ 542666 h 1126566"/>
              <a:gd name="connsiteX100" fmla="*/ 9616141 w 12192000"/>
              <a:gd name="connsiteY100" fmla="*/ 530976 h 1126566"/>
              <a:gd name="connsiteX101" fmla="*/ 9620146 w 12192000"/>
              <a:gd name="connsiteY101" fmla="*/ 524035 h 1126566"/>
              <a:gd name="connsiteX102" fmla="*/ 9724197 w 12192000"/>
              <a:gd name="connsiteY102" fmla="*/ 528337 h 1126566"/>
              <a:gd name="connsiteX103" fmla="*/ 9837846 w 12192000"/>
              <a:gd name="connsiteY103" fmla="*/ 492977 h 1126566"/>
              <a:gd name="connsiteX104" fmla="*/ 9917440 w 12192000"/>
              <a:gd name="connsiteY104" fmla="*/ 459605 h 1126566"/>
              <a:gd name="connsiteX105" fmla="*/ 9918439 w 12192000"/>
              <a:gd name="connsiteY105" fmla="*/ 453114 h 1126566"/>
              <a:gd name="connsiteX106" fmla="*/ 9953039 w 12192000"/>
              <a:gd name="connsiteY106" fmla="*/ 452486 h 1126566"/>
              <a:gd name="connsiteX107" fmla="*/ 9988183 w 12192000"/>
              <a:gd name="connsiteY107" fmla="*/ 448079 h 1126566"/>
              <a:gd name="connsiteX108" fmla="*/ 9991965 w 12192000"/>
              <a:gd name="connsiteY108" fmla="*/ 435969 h 1126566"/>
              <a:gd name="connsiteX109" fmla="*/ 9986932 w 12192000"/>
              <a:gd name="connsiteY109" fmla="*/ 431168 h 1126566"/>
              <a:gd name="connsiteX110" fmla="*/ 9996190 w 12192000"/>
              <a:gd name="connsiteY110" fmla="*/ 429066 h 1126566"/>
              <a:gd name="connsiteX111" fmla="*/ 9999786 w 12192000"/>
              <a:gd name="connsiteY111" fmla="*/ 427758 h 1126566"/>
              <a:gd name="connsiteX112" fmla="*/ 10012936 w 12192000"/>
              <a:gd name="connsiteY112" fmla="*/ 428884 h 1126566"/>
              <a:gd name="connsiteX113" fmla="*/ 10038815 w 12192000"/>
              <a:gd name="connsiteY113" fmla="*/ 419316 h 1126566"/>
              <a:gd name="connsiteX114" fmla="*/ 10057432 w 12192000"/>
              <a:gd name="connsiteY114" fmla="*/ 421938 h 1126566"/>
              <a:gd name="connsiteX115" fmla="*/ 10121534 w 12192000"/>
              <a:gd name="connsiteY115" fmla="*/ 437514 h 1126566"/>
              <a:gd name="connsiteX116" fmla="*/ 10199200 w 12192000"/>
              <a:gd name="connsiteY116" fmla="*/ 438197 h 1126566"/>
              <a:gd name="connsiteX117" fmla="*/ 10245648 w 12192000"/>
              <a:gd name="connsiteY117" fmla="*/ 438831 h 1126566"/>
              <a:gd name="connsiteX118" fmla="*/ 10369590 w 12192000"/>
              <a:gd name="connsiteY118" fmla="*/ 423377 h 1126566"/>
              <a:gd name="connsiteX119" fmla="*/ 10575777 w 12192000"/>
              <a:gd name="connsiteY119" fmla="*/ 355859 h 1126566"/>
              <a:gd name="connsiteX120" fmla="*/ 10638984 w 12192000"/>
              <a:gd name="connsiteY120" fmla="*/ 347416 h 1126566"/>
              <a:gd name="connsiteX121" fmla="*/ 10649306 w 12192000"/>
              <a:gd name="connsiteY121" fmla="*/ 352042 h 1126566"/>
              <a:gd name="connsiteX122" fmla="*/ 10732175 w 12192000"/>
              <a:gd name="connsiteY122" fmla="*/ 317549 h 1126566"/>
              <a:gd name="connsiteX123" fmla="*/ 10862886 w 12192000"/>
              <a:gd name="connsiteY123" fmla="*/ 313438 h 1126566"/>
              <a:gd name="connsiteX124" fmla="*/ 10963063 w 12192000"/>
              <a:gd name="connsiteY124" fmla="*/ 317771 h 1126566"/>
              <a:gd name="connsiteX125" fmla="*/ 11018562 w 12192000"/>
              <a:gd name="connsiteY125" fmla="*/ 316991 h 1126566"/>
              <a:gd name="connsiteX126" fmla="*/ 11059692 w 12192000"/>
              <a:gd name="connsiteY126" fmla="*/ 319983 h 1126566"/>
              <a:gd name="connsiteX127" fmla="*/ 11160371 w 12192000"/>
              <a:gd name="connsiteY127" fmla="*/ 308440 h 1126566"/>
              <a:gd name="connsiteX128" fmla="*/ 11178386 w 12192000"/>
              <a:gd name="connsiteY128" fmla="*/ 299490 h 1126566"/>
              <a:gd name="connsiteX129" fmla="*/ 11192494 w 12192000"/>
              <a:gd name="connsiteY129" fmla="*/ 296221 h 1126566"/>
              <a:gd name="connsiteX130" fmla="*/ 11199770 w 12192000"/>
              <a:gd name="connsiteY130" fmla="*/ 299772 h 1126566"/>
              <a:gd name="connsiteX131" fmla="*/ 11217258 w 12192000"/>
              <a:gd name="connsiteY131" fmla="*/ 293681 h 1126566"/>
              <a:gd name="connsiteX132" fmla="*/ 11245798 w 12192000"/>
              <a:gd name="connsiteY132" fmla="*/ 292170 h 1126566"/>
              <a:gd name="connsiteX133" fmla="*/ 11255992 w 12192000"/>
              <a:gd name="connsiteY133" fmla="*/ 291919 h 1126566"/>
              <a:gd name="connsiteX134" fmla="*/ 11264859 w 12192000"/>
              <a:gd name="connsiteY134" fmla="*/ 293937 h 1126566"/>
              <a:gd name="connsiteX135" fmla="*/ 11276151 w 12192000"/>
              <a:gd name="connsiteY135" fmla="*/ 293070 h 1126566"/>
              <a:gd name="connsiteX136" fmla="*/ 11279850 w 12192000"/>
              <a:gd name="connsiteY136" fmla="*/ 291330 h 1126566"/>
              <a:gd name="connsiteX137" fmla="*/ 11290818 w 12192000"/>
              <a:gd name="connsiteY137" fmla="*/ 291060 h 1126566"/>
              <a:gd name="connsiteX138" fmla="*/ 11296248 w 12192000"/>
              <a:gd name="connsiteY138" fmla="*/ 290163 h 1126566"/>
              <a:gd name="connsiteX139" fmla="*/ 11301652 w 12192000"/>
              <a:gd name="connsiteY139" fmla="*/ 290324 h 1126566"/>
              <a:gd name="connsiteX140" fmla="*/ 11339114 w 12192000"/>
              <a:gd name="connsiteY140" fmla="*/ 288153 h 1126566"/>
              <a:gd name="connsiteX141" fmla="*/ 11345146 w 12192000"/>
              <a:gd name="connsiteY141" fmla="*/ 290802 h 1126566"/>
              <a:gd name="connsiteX142" fmla="*/ 11400126 w 12192000"/>
              <a:gd name="connsiteY142" fmla="*/ 292287 h 1126566"/>
              <a:gd name="connsiteX143" fmla="*/ 11400420 w 12192000"/>
              <a:gd name="connsiteY143" fmla="*/ 293758 h 1126566"/>
              <a:gd name="connsiteX144" fmla="*/ 11413889 w 12192000"/>
              <a:gd name="connsiteY144" fmla="*/ 300516 h 1126566"/>
              <a:gd name="connsiteX145" fmla="*/ 11440688 w 12192000"/>
              <a:gd name="connsiteY145" fmla="*/ 310121 h 1126566"/>
              <a:gd name="connsiteX146" fmla="*/ 11496733 w 12192000"/>
              <a:gd name="connsiteY146" fmla="*/ 350225 h 1126566"/>
              <a:gd name="connsiteX147" fmla="*/ 11554005 w 12192000"/>
              <a:gd name="connsiteY147" fmla="*/ 351933 h 1126566"/>
              <a:gd name="connsiteX148" fmla="*/ 11565304 w 12192000"/>
              <a:gd name="connsiteY148" fmla="*/ 353069 h 1126566"/>
              <a:gd name="connsiteX149" fmla="*/ 11565435 w 12192000"/>
              <a:gd name="connsiteY149" fmla="*/ 353419 h 1126566"/>
              <a:gd name="connsiteX150" fmla="*/ 11577168 w 12192000"/>
              <a:gd name="connsiteY150" fmla="*/ 355270 h 1126566"/>
              <a:gd name="connsiteX151" fmla="*/ 11585904 w 12192000"/>
              <a:gd name="connsiteY151" fmla="*/ 355142 h 1126566"/>
              <a:gd name="connsiteX152" fmla="*/ 11607823 w 12192000"/>
              <a:gd name="connsiteY152" fmla="*/ 357347 h 1126566"/>
              <a:gd name="connsiteX153" fmla="*/ 11614746 w 12192000"/>
              <a:gd name="connsiteY153" fmla="*/ 360281 h 1126566"/>
              <a:gd name="connsiteX154" fmla="*/ 11698873 w 12192000"/>
              <a:gd name="connsiteY154" fmla="*/ 397894 h 1126566"/>
              <a:gd name="connsiteX155" fmla="*/ 11779739 w 12192000"/>
              <a:gd name="connsiteY155" fmla="*/ 457323 h 1126566"/>
              <a:gd name="connsiteX156" fmla="*/ 11828107 w 12192000"/>
              <a:gd name="connsiteY156" fmla="*/ 477948 h 1126566"/>
              <a:gd name="connsiteX157" fmla="*/ 11866598 w 12192000"/>
              <a:gd name="connsiteY157" fmla="*/ 486803 h 1126566"/>
              <a:gd name="connsiteX158" fmla="*/ 11916744 w 12192000"/>
              <a:gd name="connsiteY158" fmla="*/ 502917 h 1126566"/>
              <a:gd name="connsiteX159" fmla="*/ 11949248 w 12192000"/>
              <a:gd name="connsiteY159" fmla="*/ 518881 h 1126566"/>
              <a:gd name="connsiteX160" fmla="*/ 11951002 w 12192000"/>
              <a:gd name="connsiteY160" fmla="*/ 518735 h 1126566"/>
              <a:gd name="connsiteX161" fmla="*/ 11957283 w 12192000"/>
              <a:gd name="connsiteY161" fmla="*/ 522828 h 1126566"/>
              <a:gd name="connsiteX162" fmla="*/ 11966535 w 12192000"/>
              <a:gd name="connsiteY162" fmla="*/ 527372 h 1126566"/>
              <a:gd name="connsiteX163" fmla="*/ 12026007 w 12192000"/>
              <a:gd name="connsiteY163" fmla="*/ 534384 h 1126566"/>
              <a:gd name="connsiteX164" fmla="*/ 12035188 w 12192000"/>
              <a:gd name="connsiteY164" fmla="*/ 529609 h 1126566"/>
              <a:gd name="connsiteX165" fmla="*/ 12115225 w 12192000"/>
              <a:gd name="connsiteY165" fmla="*/ 561895 h 1126566"/>
              <a:gd name="connsiteX166" fmla="*/ 12191636 w 12192000"/>
              <a:gd name="connsiteY166" fmla="*/ 558318 h 1126566"/>
              <a:gd name="connsiteX167" fmla="*/ 12192000 w 12192000"/>
              <a:gd name="connsiteY167" fmla="*/ 558295 h 1126566"/>
              <a:gd name="connsiteX168" fmla="*/ 12192000 w 12192000"/>
              <a:gd name="connsiteY168" fmla="*/ 1126566 h 1126566"/>
              <a:gd name="connsiteX169" fmla="*/ 0 w 12192000"/>
              <a:gd name="connsiteY169" fmla="*/ 1126566 h 1126566"/>
              <a:gd name="connsiteX170" fmla="*/ 0 w 12192000"/>
              <a:gd name="connsiteY170" fmla="*/ 401922 h 1126566"/>
              <a:gd name="connsiteX171" fmla="*/ 25242 w 12192000"/>
              <a:gd name="connsiteY171" fmla="*/ 388862 h 1126566"/>
              <a:gd name="connsiteX172" fmla="*/ 96922 w 12192000"/>
              <a:gd name="connsiteY172" fmla="*/ 357381 h 1126566"/>
              <a:gd name="connsiteX173" fmla="*/ 137910 w 12192000"/>
              <a:gd name="connsiteY173" fmla="*/ 314823 h 1126566"/>
              <a:gd name="connsiteX174" fmla="*/ 258712 w 12192000"/>
              <a:gd name="connsiteY174" fmla="*/ 286531 h 1126566"/>
              <a:gd name="connsiteX175" fmla="*/ 316354 w 12192000"/>
              <a:gd name="connsiteY175" fmla="*/ 238529 h 1126566"/>
              <a:gd name="connsiteX176" fmla="*/ 328834 w 12192000"/>
              <a:gd name="connsiteY176" fmla="*/ 240963 h 1126566"/>
              <a:gd name="connsiteX177" fmla="*/ 383414 w 12192000"/>
              <a:gd name="connsiteY177" fmla="*/ 221196 h 1126566"/>
              <a:gd name="connsiteX178" fmla="*/ 537708 w 12192000"/>
              <a:gd name="connsiteY178" fmla="*/ 119020 h 1126566"/>
              <a:gd name="connsiteX179" fmla="*/ 645390 w 12192000"/>
              <a:gd name="connsiteY179" fmla="*/ 81299 h 1126566"/>
              <a:gd name="connsiteX180" fmla="*/ 689561 w 12192000"/>
              <a:gd name="connsiteY180" fmla="*/ 73220 h 1126566"/>
              <a:gd name="connsiteX181" fmla="*/ 763197 w 12192000"/>
              <a:gd name="connsiteY181" fmla="*/ 59356 h 1126566"/>
              <a:gd name="connsiteX182" fmla="*/ 778208 w 12192000"/>
              <a:gd name="connsiteY182" fmla="*/ 63801 h 1126566"/>
              <a:gd name="connsiteX183" fmla="*/ 784725 w 12192000"/>
              <a:gd name="connsiteY183" fmla="*/ 62505 h 1126566"/>
              <a:gd name="connsiteX184" fmla="*/ 785400 w 12192000"/>
              <a:gd name="connsiteY184" fmla="*/ 62796 h 1126566"/>
              <a:gd name="connsiteX185" fmla="*/ 786774 w 12192000"/>
              <a:gd name="connsiteY185" fmla="*/ 62098 h 1126566"/>
              <a:gd name="connsiteX186" fmla="*/ 801216 w 12192000"/>
              <a:gd name="connsiteY186" fmla="*/ 59226 h 1126566"/>
              <a:gd name="connsiteX187" fmla="*/ 832892 w 12192000"/>
              <a:gd name="connsiteY187" fmla="*/ 62069 h 1126566"/>
              <a:gd name="connsiteX188" fmla="*/ 852003 w 12192000"/>
              <a:gd name="connsiteY188" fmla="*/ 61064 h 1126566"/>
              <a:gd name="connsiteX189" fmla="*/ 870719 w 12192000"/>
              <a:gd name="connsiteY189" fmla="*/ 47209 h 1126566"/>
              <a:gd name="connsiteX190" fmla="*/ 883786 w 12192000"/>
              <a:gd name="connsiteY190" fmla="*/ 45814 h 1126566"/>
              <a:gd name="connsiteX191" fmla="*/ 886400 w 12192000"/>
              <a:gd name="connsiteY191" fmla="*/ 43909 h 1126566"/>
              <a:gd name="connsiteX192" fmla="*/ 893881 w 12192000"/>
              <a:gd name="connsiteY192" fmla="*/ 40197 h 1126566"/>
              <a:gd name="connsiteX193" fmla="*/ 886282 w 12192000"/>
              <a:gd name="connsiteY193" fmla="*/ 36610 h 1126566"/>
              <a:gd name="connsiteX194" fmla="*/ 882653 w 12192000"/>
              <a:gd name="connsiteY194" fmla="*/ 24486 h 1126566"/>
              <a:gd name="connsiteX195" fmla="*/ 898087 w 12192000"/>
              <a:gd name="connsiteY195" fmla="*/ 11454 h 1126566"/>
              <a:gd name="connsiteX196" fmla="*/ 914199 w 12192000"/>
              <a:gd name="connsiteY196" fmla="*/ 6975 h 1126566"/>
              <a:gd name="connsiteX197" fmla="*/ 929751 w 12192000"/>
              <a:gd name="connsiteY197" fmla="*/ 5510 h 1126566"/>
              <a:gd name="connsiteX198" fmla="*/ 938844 w 12192000"/>
              <a:gd name="connsiteY198" fmla="*/ 8681 h 1126566"/>
              <a:gd name="connsiteX199" fmla="*/ 944941 w 12192000"/>
              <a:gd name="connsiteY199" fmla="*/ 6855 h 1126566"/>
              <a:gd name="connsiteX200" fmla="*/ 954142 w 12192000"/>
              <a:gd name="connsiteY200" fmla="*/ 8799 h 1126566"/>
              <a:gd name="connsiteX201" fmla="*/ 968213 w 12192000"/>
              <a:gd name="connsiteY201" fmla="*/ 19791 h 1126566"/>
              <a:gd name="connsiteX202" fmla="*/ 1177886 w 12192000"/>
              <a:gd name="connsiteY202" fmla="*/ 30728 h 1126566"/>
              <a:gd name="connsiteX203" fmla="*/ 1305018 w 12192000"/>
              <a:gd name="connsiteY20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877121 w 12192000"/>
              <a:gd name="connsiteY43" fmla="*/ 263049 h 1126566"/>
              <a:gd name="connsiteX44" fmla="*/ 4910175 w 12192000"/>
              <a:gd name="connsiteY44" fmla="*/ 258887 h 1126566"/>
              <a:gd name="connsiteX45" fmla="*/ 4910653 w 12192000"/>
              <a:gd name="connsiteY45" fmla="*/ 256337 h 1126566"/>
              <a:gd name="connsiteX46" fmla="*/ 4915901 w 12192000"/>
              <a:gd name="connsiteY46" fmla="*/ 255646 h 1126566"/>
              <a:gd name="connsiteX47" fmla="*/ 4919888 w 12192000"/>
              <a:gd name="connsiteY47" fmla="*/ 257665 h 1126566"/>
              <a:gd name="connsiteX48" fmla="*/ 4926150 w 12192000"/>
              <a:gd name="connsiteY48" fmla="*/ 256877 h 1126566"/>
              <a:gd name="connsiteX49" fmla="*/ 4943081 w 12192000"/>
              <a:gd name="connsiteY49" fmla="*/ 255402 h 1126566"/>
              <a:gd name="connsiteX50" fmla="*/ 4949875 w 12192000"/>
              <a:gd name="connsiteY50" fmla="*/ 250755 h 1126566"/>
              <a:gd name="connsiteX51" fmla="*/ 5034125 w 12192000"/>
              <a:gd name="connsiteY51" fmla="*/ 251561 h 1126566"/>
              <a:gd name="connsiteX52" fmla="*/ 5058873 w 12192000"/>
              <a:gd name="connsiteY52" fmla="*/ 245283 h 1126566"/>
              <a:gd name="connsiteX53" fmla="*/ 5123651 w 12192000"/>
              <a:gd name="connsiteY53" fmla="*/ 248360 h 1126566"/>
              <a:gd name="connsiteX54" fmla="*/ 5197539 w 12192000"/>
              <a:gd name="connsiteY54" fmla="*/ 245352 h 1126566"/>
              <a:gd name="connsiteX55" fmla="*/ 5250946 w 12192000"/>
              <a:gd name="connsiteY55" fmla="*/ 239095 h 1126566"/>
              <a:gd name="connsiteX56" fmla="*/ 5388817 w 12192000"/>
              <a:gd name="connsiteY56" fmla="*/ 245059 h 1126566"/>
              <a:gd name="connsiteX57" fmla="*/ 5618162 w 12192000"/>
              <a:gd name="connsiteY57" fmla="*/ 264094 h 1126566"/>
              <a:gd name="connsiteX58" fmla="*/ 5666664 w 12192000"/>
              <a:gd name="connsiteY58" fmla="*/ 266098 h 1126566"/>
              <a:gd name="connsiteX59" fmla="*/ 5715324 w 12192000"/>
              <a:gd name="connsiteY59" fmla="*/ 251101 h 1126566"/>
              <a:gd name="connsiteX60" fmla="*/ 5741796 w 12192000"/>
              <a:gd name="connsiteY60" fmla="*/ 250897 h 1126566"/>
              <a:gd name="connsiteX61" fmla="*/ 5748565 w 12192000"/>
              <a:gd name="connsiteY61" fmla="*/ 249142 h 1126566"/>
              <a:gd name="connsiteX62" fmla="*/ 5787667 w 12192000"/>
              <a:gd name="connsiteY62" fmla="*/ 240782 h 1126566"/>
              <a:gd name="connsiteX63" fmla="*/ 5877829 w 12192000"/>
              <a:gd name="connsiteY63" fmla="*/ 265178 h 1126566"/>
              <a:gd name="connsiteX64" fmla="*/ 5946099 w 12192000"/>
              <a:gd name="connsiteY64" fmla="*/ 275229 h 1126566"/>
              <a:gd name="connsiteX65" fmla="*/ 5951885 w 12192000"/>
              <a:gd name="connsiteY65" fmla="*/ 273306 h 1126566"/>
              <a:gd name="connsiteX66" fmla="*/ 5957187 w 12192000"/>
              <a:gd name="connsiteY66" fmla="*/ 267506 h 1126566"/>
              <a:gd name="connsiteX67" fmla="*/ 5969996 w 12192000"/>
              <a:gd name="connsiteY67" fmla="*/ 266279 h 1126566"/>
              <a:gd name="connsiteX68" fmla="*/ 5983257 w 12192000"/>
              <a:gd name="connsiteY68" fmla="*/ 260438 h 1126566"/>
              <a:gd name="connsiteX69" fmla="*/ 6390944 w 12192000"/>
              <a:gd name="connsiteY69" fmla="*/ 296657 h 1126566"/>
              <a:gd name="connsiteX70" fmla="*/ 6472553 w 12192000"/>
              <a:gd name="connsiteY70" fmla="*/ 327261 h 1126566"/>
              <a:gd name="connsiteX71" fmla="*/ 6598839 w 12192000"/>
              <a:gd name="connsiteY71" fmla="*/ 327138 h 1126566"/>
              <a:gd name="connsiteX72" fmla="*/ 6674894 w 12192000"/>
              <a:gd name="connsiteY72" fmla="*/ 339184 h 1126566"/>
              <a:gd name="connsiteX73" fmla="*/ 6686944 w 12192000"/>
              <a:gd name="connsiteY73" fmla="*/ 334233 h 1126566"/>
              <a:gd name="connsiteX74" fmla="*/ 6788093 w 12192000"/>
              <a:gd name="connsiteY74" fmla="*/ 377012 h 1126566"/>
              <a:gd name="connsiteX75" fmla="*/ 6944546 w 12192000"/>
              <a:gd name="connsiteY75" fmla="*/ 386543 h 1126566"/>
              <a:gd name="connsiteX76" fmla="*/ 7063994 w 12192000"/>
              <a:gd name="connsiteY76" fmla="*/ 385228 h 1126566"/>
              <a:gd name="connsiteX77" fmla="*/ 7130364 w 12192000"/>
              <a:gd name="connsiteY77" fmla="*/ 388164 h 1126566"/>
              <a:gd name="connsiteX78" fmla="*/ 7179335 w 12192000"/>
              <a:gd name="connsiteY78" fmla="*/ 386225 h 1126566"/>
              <a:gd name="connsiteX79" fmla="*/ 7300357 w 12192000"/>
              <a:gd name="connsiteY79" fmla="*/ 403218 h 1126566"/>
              <a:gd name="connsiteX80" fmla="*/ 7499445 w 12192000"/>
              <a:gd name="connsiteY80" fmla="*/ 440549 h 1126566"/>
              <a:gd name="connsiteX81" fmla="*/ 7655710 w 12192000"/>
              <a:gd name="connsiteY81" fmla="*/ 430962 h 1126566"/>
              <a:gd name="connsiteX82" fmla="*/ 7729851 w 12192000"/>
              <a:gd name="connsiteY82" fmla="*/ 462457 h 1126566"/>
              <a:gd name="connsiteX83" fmla="*/ 7824660 w 12192000"/>
              <a:gd name="connsiteY83" fmla="*/ 466203 h 1126566"/>
              <a:gd name="connsiteX84" fmla="*/ 8277851 w 12192000"/>
              <a:gd name="connsiteY84" fmla="*/ 502630 h 1126566"/>
              <a:gd name="connsiteX85" fmla="*/ 8382461 w 12192000"/>
              <a:gd name="connsiteY85" fmla="*/ 526824 h 1126566"/>
              <a:gd name="connsiteX86" fmla="*/ 8594502 w 12192000"/>
              <a:gd name="connsiteY86" fmla="*/ 613607 h 1126566"/>
              <a:gd name="connsiteX87" fmla="*/ 8808358 w 12192000"/>
              <a:gd name="connsiteY87" fmla="*/ 654694 h 1126566"/>
              <a:gd name="connsiteX88" fmla="*/ 8880244 w 12192000"/>
              <a:gd name="connsiteY88" fmla="*/ 661466 h 1126566"/>
              <a:gd name="connsiteX89" fmla="*/ 8885004 w 12192000"/>
              <a:gd name="connsiteY89" fmla="*/ 663655 h 1126566"/>
              <a:gd name="connsiteX90" fmla="*/ 8886720 w 12192000"/>
              <a:gd name="connsiteY90" fmla="*/ 662879 h 1126566"/>
              <a:gd name="connsiteX91" fmla="*/ 8912175 w 12192000"/>
              <a:gd name="connsiteY91" fmla="*/ 660908 h 1126566"/>
              <a:gd name="connsiteX92" fmla="*/ 8969814 w 12192000"/>
              <a:gd name="connsiteY92" fmla="*/ 639833 h 1126566"/>
              <a:gd name="connsiteX93" fmla="*/ 8996241 w 12192000"/>
              <a:gd name="connsiteY93" fmla="*/ 655221 h 1126566"/>
              <a:gd name="connsiteX94" fmla="*/ 9092152 w 12192000"/>
              <a:gd name="connsiteY94" fmla="*/ 609097 h 1126566"/>
              <a:gd name="connsiteX95" fmla="*/ 9156546 w 12192000"/>
              <a:gd name="connsiteY95" fmla="*/ 585468 h 1126566"/>
              <a:gd name="connsiteX96" fmla="*/ 9194830 w 12192000"/>
              <a:gd name="connsiteY96" fmla="*/ 571148 h 1126566"/>
              <a:gd name="connsiteX97" fmla="*/ 9314188 w 12192000"/>
              <a:gd name="connsiteY97" fmla="*/ 547301 h 1126566"/>
              <a:gd name="connsiteX98" fmla="*/ 9554706 w 12192000"/>
              <a:gd name="connsiteY98" fmla="*/ 542666 h 1126566"/>
              <a:gd name="connsiteX99" fmla="*/ 9616141 w 12192000"/>
              <a:gd name="connsiteY99" fmla="*/ 530976 h 1126566"/>
              <a:gd name="connsiteX100" fmla="*/ 9620146 w 12192000"/>
              <a:gd name="connsiteY100" fmla="*/ 524035 h 1126566"/>
              <a:gd name="connsiteX101" fmla="*/ 9724197 w 12192000"/>
              <a:gd name="connsiteY101" fmla="*/ 528337 h 1126566"/>
              <a:gd name="connsiteX102" fmla="*/ 9837846 w 12192000"/>
              <a:gd name="connsiteY102" fmla="*/ 492977 h 1126566"/>
              <a:gd name="connsiteX103" fmla="*/ 9917440 w 12192000"/>
              <a:gd name="connsiteY103" fmla="*/ 459605 h 1126566"/>
              <a:gd name="connsiteX104" fmla="*/ 9918439 w 12192000"/>
              <a:gd name="connsiteY104" fmla="*/ 453114 h 1126566"/>
              <a:gd name="connsiteX105" fmla="*/ 9953039 w 12192000"/>
              <a:gd name="connsiteY105" fmla="*/ 452486 h 1126566"/>
              <a:gd name="connsiteX106" fmla="*/ 9988183 w 12192000"/>
              <a:gd name="connsiteY106" fmla="*/ 448079 h 1126566"/>
              <a:gd name="connsiteX107" fmla="*/ 9991965 w 12192000"/>
              <a:gd name="connsiteY107" fmla="*/ 435969 h 1126566"/>
              <a:gd name="connsiteX108" fmla="*/ 9986932 w 12192000"/>
              <a:gd name="connsiteY108" fmla="*/ 431168 h 1126566"/>
              <a:gd name="connsiteX109" fmla="*/ 9996190 w 12192000"/>
              <a:gd name="connsiteY109" fmla="*/ 429066 h 1126566"/>
              <a:gd name="connsiteX110" fmla="*/ 9999786 w 12192000"/>
              <a:gd name="connsiteY110" fmla="*/ 427758 h 1126566"/>
              <a:gd name="connsiteX111" fmla="*/ 10012936 w 12192000"/>
              <a:gd name="connsiteY111" fmla="*/ 428884 h 1126566"/>
              <a:gd name="connsiteX112" fmla="*/ 10038815 w 12192000"/>
              <a:gd name="connsiteY112" fmla="*/ 419316 h 1126566"/>
              <a:gd name="connsiteX113" fmla="*/ 10057432 w 12192000"/>
              <a:gd name="connsiteY113" fmla="*/ 421938 h 1126566"/>
              <a:gd name="connsiteX114" fmla="*/ 10121534 w 12192000"/>
              <a:gd name="connsiteY114" fmla="*/ 437514 h 1126566"/>
              <a:gd name="connsiteX115" fmla="*/ 10199200 w 12192000"/>
              <a:gd name="connsiteY115" fmla="*/ 438197 h 1126566"/>
              <a:gd name="connsiteX116" fmla="*/ 10245648 w 12192000"/>
              <a:gd name="connsiteY116" fmla="*/ 438831 h 1126566"/>
              <a:gd name="connsiteX117" fmla="*/ 10369590 w 12192000"/>
              <a:gd name="connsiteY117" fmla="*/ 423377 h 1126566"/>
              <a:gd name="connsiteX118" fmla="*/ 10575777 w 12192000"/>
              <a:gd name="connsiteY118" fmla="*/ 355859 h 1126566"/>
              <a:gd name="connsiteX119" fmla="*/ 10638984 w 12192000"/>
              <a:gd name="connsiteY119" fmla="*/ 347416 h 1126566"/>
              <a:gd name="connsiteX120" fmla="*/ 10649306 w 12192000"/>
              <a:gd name="connsiteY120" fmla="*/ 352042 h 1126566"/>
              <a:gd name="connsiteX121" fmla="*/ 10732175 w 12192000"/>
              <a:gd name="connsiteY121" fmla="*/ 317549 h 1126566"/>
              <a:gd name="connsiteX122" fmla="*/ 10862886 w 12192000"/>
              <a:gd name="connsiteY122" fmla="*/ 313438 h 1126566"/>
              <a:gd name="connsiteX123" fmla="*/ 10963063 w 12192000"/>
              <a:gd name="connsiteY123" fmla="*/ 317771 h 1126566"/>
              <a:gd name="connsiteX124" fmla="*/ 11018562 w 12192000"/>
              <a:gd name="connsiteY124" fmla="*/ 316991 h 1126566"/>
              <a:gd name="connsiteX125" fmla="*/ 11059692 w 12192000"/>
              <a:gd name="connsiteY125" fmla="*/ 319983 h 1126566"/>
              <a:gd name="connsiteX126" fmla="*/ 11160371 w 12192000"/>
              <a:gd name="connsiteY126" fmla="*/ 308440 h 1126566"/>
              <a:gd name="connsiteX127" fmla="*/ 11178386 w 12192000"/>
              <a:gd name="connsiteY127" fmla="*/ 299490 h 1126566"/>
              <a:gd name="connsiteX128" fmla="*/ 11192494 w 12192000"/>
              <a:gd name="connsiteY128" fmla="*/ 296221 h 1126566"/>
              <a:gd name="connsiteX129" fmla="*/ 11199770 w 12192000"/>
              <a:gd name="connsiteY129" fmla="*/ 299772 h 1126566"/>
              <a:gd name="connsiteX130" fmla="*/ 11217258 w 12192000"/>
              <a:gd name="connsiteY130" fmla="*/ 293681 h 1126566"/>
              <a:gd name="connsiteX131" fmla="*/ 11245798 w 12192000"/>
              <a:gd name="connsiteY131" fmla="*/ 292170 h 1126566"/>
              <a:gd name="connsiteX132" fmla="*/ 11255992 w 12192000"/>
              <a:gd name="connsiteY132" fmla="*/ 291919 h 1126566"/>
              <a:gd name="connsiteX133" fmla="*/ 11264859 w 12192000"/>
              <a:gd name="connsiteY133" fmla="*/ 293937 h 1126566"/>
              <a:gd name="connsiteX134" fmla="*/ 11276151 w 12192000"/>
              <a:gd name="connsiteY134" fmla="*/ 293070 h 1126566"/>
              <a:gd name="connsiteX135" fmla="*/ 11279850 w 12192000"/>
              <a:gd name="connsiteY135" fmla="*/ 291330 h 1126566"/>
              <a:gd name="connsiteX136" fmla="*/ 11290818 w 12192000"/>
              <a:gd name="connsiteY136" fmla="*/ 291060 h 1126566"/>
              <a:gd name="connsiteX137" fmla="*/ 11296248 w 12192000"/>
              <a:gd name="connsiteY137" fmla="*/ 290163 h 1126566"/>
              <a:gd name="connsiteX138" fmla="*/ 11301652 w 12192000"/>
              <a:gd name="connsiteY138" fmla="*/ 290324 h 1126566"/>
              <a:gd name="connsiteX139" fmla="*/ 11339114 w 12192000"/>
              <a:gd name="connsiteY139" fmla="*/ 288153 h 1126566"/>
              <a:gd name="connsiteX140" fmla="*/ 11345146 w 12192000"/>
              <a:gd name="connsiteY140" fmla="*/ 290802 h 1126566"/>
              <a:gd name="connsiteX141" fmla="*/ 11400126 w 12192000"/>
              <a:gd name="connsiteY141" fmla="*/ 292287 h 1126566"/>
              <a:gd name="connsiteX142" fmla="*/ 11400420 w 12192000"/>
              <a:gd name="connsiteY142" fmla="*/ 293758 h 1126566"/>
              <a:gd name="connsiteX143" fmla="*/ 11413889 w 12192000"/>
              <a:gd name="connsiteY143" fmla="*/ 300516 h 1126566"/>
              <a:gd name="connsiteX144" fmla="*/ 11440688 w 12192000"/>
              <a:gd name="connsiteY144" fmla="*/ 310121 h 1126566"/>
              <a:gd name="connsiteX145" fmla="*/ 11496733 w 12192000"/>
              <a:gd name="connsiteY145" fmla="*/ 350225 h 1126566"/>
              <a:gd name="connsiteX146" fmla="*/ 11554005 w 12192000"/>
              <a:gd name="connsiteY146" fmla="*/ 351933 h 1126566"/>
              <a:gd name="connsiteX147" fmla="*/ 11565304 w 12192000"/>
              <a:gd name="connsiteY147" fmla="*/ 353069 h 1126566"/>
              <a:gd name="connsiteX148" fmla="*/ 11565435 w 12192000"/>
              <a:gd name="connsiteY148" fmla="*/ 353419 h 1126566"/>
              <a:gd name="connsiteX149" fmla="*/ 11577168 w 12192000"/>
              <a:gd name="connsiteY149" fmla="*/ 355270 h 1126566"/>
              <a:gd name="connsiteX150" fmla="*/ 11585904 w 12192000"/>
              <a:gd name="connsiteY150" fmla="*/ 355142 h 1126566"/>
              <a:gd name="connsiteX151" fmla="*/ 11607823 w 12192000"/>
              <a:gd name="connsiteY151" fmla="*/ 357347 h 1126566"/>
              <a:gd name="connsiteX152" fmla="*/ 11614746 w 12192000"/>
              <a:gd name="connsiteY152" fmla="*/ 360281 h 1126566"/>
              <a:gd name="connsiteX153" fmla="*/ 11698873 w 12192000"/>
              <a:gd name="connsiteY153" fmla="*/ 397894 h 1126566"/>
              <a:gd name="connsiteX154" fmla="*/ 11779739 w 12192000"/>
              <a:gd name="connsiteY154" fmla="*/ 457323 h 1126566"/>
              <a:gd name="connsiteX155" fmla="*/ 11828107 w 12192000"/>
              <a:gd name="connsiteY155" fmla="*/ 477948 h 1126566"/>
              <a:gd name="connsiteX156" fmla="*/ 11866598 w 12192000"/>
              <a:gd name="connsiteY156" fmla="*/ 486803 h 1126566"/>
              <a:gd name="connsiteX157" fmla="*/ 11916744 w 12192000"/>
              <a:gd name="connsiteY157" fmla="*/ 502917 h 1126566"/>
              <a:gd name="connsiteX158" fmla="*/ 11949248 w 12192000"/>
              <a:gd name="connsiteY158" fmla="*/ 518881 h 1126566"/>
              <a:gd name="connsiteX159" fmla="*/ 11951002 w 12192000"/>
              <a:gd name="connsiteY159" fmla="*/ 518735 h 1126566"/>
              <a:gd name="connsiteX160" fmla="*/ 11957283 w 12192000"/>
              <a:gd name="connsiteY160" fmla="*/ 522828 h 1126566"/>
              <a:gd name="connsiteX161" fmla="*/ 11966535 w 12192000"/>
              <a:gd name="connsiteY161" fmla="*/ 527372 h 1126566"/>
              <a:gd name="connsiteX162" fmla="*/ 12026007 w 12192000"/>
              <a:gd name="connsiteY162" fmla="*/ 534384 h 1126566"/>
              <a:gd name="connsiteX163" fmla="*/ 12035188 w 12192000"/>
              <a:gd name="connsiteY163" fmla="*/ 529609 h 1126566"/>
              <a:gd name="connsiteX164" fmla="*/ 12115225 w 12192000"/>
              <a:gd name="connsiteY164" fmla="*/ 561895 h 1126566"/>
              <a:gd name="connsiteX165" fmla="*/ 12191636 w 12192000"/>
              <a:gd name="connsiteY165" fmla="*/ 558318 h 1126566"/>
              <a:gd name="connsiteX166" fmla="*/ 12192000 w 12192000"/>
              <a:gd name="connsiteY166" fmla="*/ 558295 h 1126566"/>
              <a:gd name="connsiteX167" fmla="*/ 12192000 w 12192000"/>
              <a:gd name="connsiteY167" fmla="*/ 1126566 h 1126566"/>
              <a:gd name="connsiteX168" fmla="*/ 0 w 12192000"/>
              <a:gd name="connsiteY168" fmla="*/ 1126566 h 1126566"/>
              <a:gd name="connsiteX169" fmla="*/ 0 w 12192000"/>
              <a:gd name="connsiteY169" fmla="*/ 401922 h 1126566"/>
              <a:gd name="connsiteX170" fmla="*/ 25242 w 12192000"/>
              <a:gd name="connsiteY170" fmla="*/ 388862 h 1126566"/>
              <a:gd name="connsiteX171" fmla="*/ 96922 w 12192000"/>
              <a:gd name="connsiteY171" fmla="*/ 357381 h 1126566"/>
              <a:gd name="connsiteX172" fmla="*/ 137910 w 12192000"/>
              <a:gd name="connsiteY172" fmla="*/ 314823 h 1126566"/>
              <a:gd name="connsiteX173" fmla="*/ 258712 w 12192000"/>
              <a:gd name="connsiteY173" fmla="*/ 286531 h 1126566"/>
              <a:gd name="connsiteX174" fmla="*/ 316354 w 12192000"/>
              <a:gd name="connsiteY174" fmla="*/ 238529 h 1126566"/>
              <a:gd name="connsiteX175" fmla="*/ 328834 w 12192000"/>
              <a:gd name="connsiteY175" fmla="*/ 240963 h 1126566"/>
              <a:gd name="connsiteX176" fmla="*/ 383414 w 12192000"/>
              <a:gd name="connsiteY176" fmla="*/ 221196 h 1126566"/>
              <a:gd name="connsiteX177" fmla="*/ 537708 w 12192000"/>
              <a:gd name="connsiteY177" fmla="*/ 119020 h 1126566"/>
              <a:gd name="connsiteX178" fmla="*/ 645390 w 12192000"/>
              <a:gd name="connsiteY178" fmla="*/ 81299 h 1126566"/>
              <a:gd name="connsiteX179" fmla="*/ 689561 w 12192000"/>
              <a:gd name="connsiteY179" fmla="*/ 73220 h 1126566"/>
              <a:gd name="connsiteX180" fmla="*/ 763197 w 12192000"/>
              <a:gd name="connsiteY180" fmla="*/ 59356 h 1126566"/>
              <a:gd name="connsiteX181" fmla="*/ 778208 w 12192000"/>
              <a:gd name="connsiteY181" fmla="*/ 63801 h 1126566"/>
              <a:gd name="connsiteX182" fmla="*/ 784725 w 12192000"/>
              <a:gd name="connsiteY182" fmla="*/ 62505 h 1126566"/>
              <a:gd name="connsiteX183" fmla="*/ 785400 w 12192000"/>
              <a:gd name="connsiteY183" fmla="*/ 62796 h 1126566"/>
              <a:gd name="connsiteX184" fmla="*/ 786774 w 12192000"/>
              <a:gd name="connsiteY184" fmla="*/ 62098 h 1126566"/>
              <a:gd name="connsiteX185" fmla="*/ 801216 w 12192000"/>
              <a:gd name="connsiteY185" fmla="*/ 59226 h 1126566"/>
              <a:gd name="connsiteX186" fmla="*/ 832892 w 12192000"/>
              <a:gd name="connsiteY186" fmla="*/ 62069 h 1126566"/>
              <a:gd name="connsiteX187" fmla="*/ 852003 w 12192000"/>
              <a:gd name="connsiteY187" fmla="*/ 61064 h 1126566"/>
              <a:gd name="connsiteX188" fmla="*/ 870719 w 12192000"/>
              <a:gd name="connsiteY188" fmla="*/ 47209 h 1126566"/>
              <a:gd name="connsiteX189" fmla="*/ 883786 w 12192000"/>
              <a:gd name="connsiteY189" fmla="*/ 45814 h 1126566"/>
              <a:gd name="connsiteX190" fmla="*/ 886400 w 12192000"/>
              <a:gd name="connsiteY190" fmla="*/ 43909 h 1126566"/>
              <a:gd name="connsiteX191" fmla="*/ 893881 w 12192000"/>
              <a:gd name="connsiteY191" fmla="*/ 40197 h 1126566"/>
              <a:gd name="connsiteX192" fmla="*/ 886282 w 12192000"/>
              <a:gd name="connsiteY192" fmla="*/ 36610 h 1126566"/>
              <a:gd name="connsiteX193" fmla="*/ 882653 w 12192000"/>
              <a:gd name="connsiteY193" fmla="*/ 24486 h 1126566"/>
              <a:gd name="connsiteX194" fmla="*/ 898087 w 12192000"/>
              <a:gd name="connsiteY194" fmla="*/ 11454 h 1126566"/>
              <a:gd name="connsiteX195" fmla="*/ 914199 w 12192000"/>
              <a:gd name="connsiteY195" fmla="*/ 6975 h 1126566"/>
              <a:gd name="connsiteX196" fmla="*/ 929751 w 12192000"/>
              <a:gd name="connsiteY196" fmla="*/ 5510 h 1126566"/>
              <a:gd name="connsiteX197" fmla="*/ 938844 w 12192000"/>
              <a:gd name="connsiteY197" fmla="*/ 8681 h 1126566"/>
              <a:gd name="connsiteX198" fmla="*/ 944941 w 12192000"/>
              <a:gd name="connsiteY198" fmla="*/ 6855 h 1126566"/>
              <a:gd name="connsiteX199" fmla="*/ 954142 w 12192000"/>
              <a:gd name="connsiteY199" fmla="*/ 8799 h 1126566"/>
              <a:gd name="connsiteX200" fmla="*/ 968213 w 12192000"/>
              <a:gd name="connsiteY200" fmla="*/ 19791 h 1126566"/>
              <a:gd name="connsiteX201" fmla="*/ 1177886 w 12192000"/>
              <a:gd name="connsiteY201" fmla="*/ 30728 h 1126566"/>
              <a:gd name="connsiteX202" fmla="*/ 1305018 w 12192000"/>
              <a:gd name="connsiteY202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45390 w 12192000"/>
              <a:gd name="connsiteY177" fmla="*/ 81299 h 1126566"/>
              <a:gd name="connsiteX178" fmla="*/ 689561 w 12192000"/>
              <a:gd name="connsiteY178" fmla="*/ 73220 h 1126566"/>
              <a:gd name="connsiteX179" fmla="*/ 763197 w 12192000"/>
              <a:gd name="connsiteY179" fmla="*/ 59356 h 1126566"/>
              <a:gd name="connsiteX180" fmla="*/ 778208 w 12192000"/>
              <a:gd name="connsiteY180" fmla="*/ 63801 h 1126566"/>
              <a:gd name="connsiteX181" fmla="*/ 784725 w 12192000"/>
              <a:gd name="connsiteY181" fmla="*/ 62505 h 1126566"/>
              <a:gd name="connsiteX182" fmla="*/ 785400 w 12192000"/>
              <a:gd name="connsiteY182" fmla="*/ 62796 h 1126566"/>
              <a:gd name="connsiteX183" fmla="*/ 786774 w 12192000"/>
              <a:gd name="connsiteY183" fmla="*/ 62098 h 1126566"/>
              <a:gd name="connsiteX184" fmla="*/ 801216 w 12192000"/>
              <a:gd name="connsiteY184" fmla="*/ 59226 h 1126566"/>
              <a:gd name="connsiteX185" fmla="*/ 832892 w 12192000"/>
              <a:gd name="connsiteY185" fmla="*/ 62069 h 1126566"/>
              <a:gd name="connsiteX186" fmla="*/ 852003 w 12192000"/>
              <a:gd name="connsiteY186" fmla="*/ 61064 h 1126566"/>
              <a:gd name="connsiteX187" fmla="*/ 870719 w 12192000"/>
              <a:gd name="connsiteY187" fmla="*/ 47209 h 1126566"/>
              <a:gd name="connsiteX188" fmla="*/ 883786 w 12192000"/>
              <a:gd name="connsiteY188" fmla="*/ 45814 h 1126566"/>
              <a:gd name="connsiteX189" fmla="*/ 886400 w 12192000"/>
              <a:gd name="connsiteY189" fmla="*/ 43909 h 1126566"/>
              <a:gd name="connsiteX190" fmla="*/ 893881 w 12192000"/>
              <a:gd name="connsiteY190" fmla="*/ 40197 h 1126566"/>
              <a:gd name="connsiteX191" fmla="*/ 886282 w 12192000"/>
              <a:gd name="connsiteY191" fmla="*/ 36610 h 1126566"/>
              <a:gd name="connsiteX192" fmla="*/ 882653 w 12192000"/>
              <a:gd name="connsiteY192" fmla="*/ 24486 h 1126566"/>
              <a:gd name="connsiteX193" fmla="*/ 898087 w 12192000"/>
              <a:gd name="connsiteY193" fmla="*/ 11454 h 1126566"/>
              <a:gd name="connsiteX194" fmla="*/ 914199 w 12192000"/>
              <a:gd name="connsiteY194" fmla="*/ 6975 h 1126566"/>
              <a:gd name="connsiteX195" fmla="*/ 929751 w 12192000"/>
              <a:gd name="connsiteY195" fmla="*/ 5510 h 1126566"/>
              <a:gd name="connsiteX196" fmla="*/ 938844 w 12192000"/>
              <a:gd name="connsiteY196" fmla="*/ 8681 h 1126566"/>
              <a:gd name="connsiteX197" fmla="*/ 944941 w 12192000"/>
              <a:gd name="connsiteY197" fmla="*/ 6855 h 1126566"/>
              <a:gd name="connsiteX198" fmla="*/ 954142 w 12192000"/>
              <a:gd name="connsiteY198" fmla="*/ 8799 h 1126566"/>
              <a:gd name="connsiteX199" fmla="*/ 968213 w 12192000"/>
              <a:gd name="connsiteY199" fmla="*/ 19791 h 1126566"/>
              <a:gd name="connsiteX200" fmla="*/ 1177886 w 12192000"/>
              <a:gd name="connsiteY200" fmla="*/ 30728 h 1126566"/>
              <a:gd name="connsiteX201" fmla="*/ 1305018 w 12192000"/>
              <a:gd name="connsiteY201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45390 w 12192000"/>
              <a:gd name="connsiteY177" fmla="*/ 81299 h 1126566"/>
              <a:gd name="connsiteX178" fmla="*/ 689561 w 12192000"/>
              <a:gd name="connsiteY178" fmla="*/ 73220 h 1126566"/>
              <a:gd name="connsiteX179" fmla="*/ 763197 w 12192000"/>
              <a:gd name="connsiteY179" fmla="*/ 59356 h 1126566"/>
              <a:gd name="connsiteX180" fmla="*/ 778208 w 12192000"/>
              <a:gd name="connsiteY180" fmla="*/ 63801 h 1126566"/>
              <a:gd name="connsiteX181" fmla="*/ 784725 w 12192000"/>
              <a:gd name="connsiteY181" fmla="*/ 62505 h 1126566"/>
              <a:gd name="connsiteX182" fmla="*/ 785400 w 12192000"/>
              <a:gd name="connsiteY182" fmla="*/ 62796 h 1126566"/>
              <a:gd name="connsiteX183" fmla="*/ 786774 w 12192000"/>
              <a:gd name="connsiteY183" fmla="*/ 62098 h 1126566"/>
              <a:gd name="connsiteX184" fmla="*/ 801216 w 12192000"/>
              <a:gd name="connsiteY184" fmla="*/ 59226 h 1126566"/>
              <a:gd name="connsiteX185" fmla="*/ 832892 w 12192000"/>
              <a:gd name="connsiteY185" fmla="*/ 62069 h 1126566"/>
              <a:gd name="connsiteX186" fmla="*/ 852003 w 12192000"/>
              <a:gd name="connsiteY186" fmla="*/ 61064 h 1126566"/>
              <a:gd name="connsiteX187" fmla="*/ 870719 w 12192000"/>
              <a:gd name="connsiteY187" fmla="*/ 47209 h 1126566"/>
              <a:gd name="connsiteX188" fmla="*/ 883786 w 12192000"/>
              <a:gd name="connsiteY188" fmla="*/ 45814 h 1126566"/>
              <a:gd name="connsiteX189" fmla="*/ 886400 w 12192000"/>
              <a:gd name="connsiteY189" fmla="*/ 43909 h 1126566"/>
              <a:gd name="connsiteX190" fmla="*/ 893881 w 12192000"/>
              <a:gd name="connsiteY190" fmla="*/ 40197 h 1126566"/>
              <a:gd name="connsiteX191" fmla="*/ 886282 w 12192000"/>
              <a:gd name="connsiteY191" fmla="*/ 36610 h 1126566"/>
              <a:gd name="connsiteX192" fmla="*/ 882653 w 12192000"/>
              <a:gd name="connsiteY192" fmla="*/ 24486 h 1126566"/>
              <a:gd name="connsiteX193" fmla="*/ 914199 w 12192000"/>
              <a:gd name="connsiteY193" fmla="*/ 6975 h 1126566"/>
              <a:gd name="connsiteX194" fmla="*/ 929751 w 12192000"/>
              <a:gd name="connsiteY194" fmla="*/ 5510 h 1126566"/>
              <a:gd name="connsiteX195" fmla="*/ 938844 w 12192000"/>
              <a:gd name="connsiteY195" fmla="*/ 8681 h 1126566"/>
              <a:gd name="connsiteX196" fmla="*/ 944941 w 12192000"/>
              <a:gd name="connsiteY196" fmla="*/ 6855 h 1126566"/>
              <a:gd name="connsiteX197" fmla="*/ 954142 w 12192000"/>
              <a:gd name="connsiteY197" fmla="*/ 8799 h 1126566"/>
              <a:gd name="connsiteX198" fmla="*/ 968213 w 12192000"/>
              <a:gd name="connsiteY198" fmla="*/ 19791 h 1126566"/>
              <a:gd name="connsiteX199" fmla="*/ 1177886 w 12192000"/>
              <a:gd name="connsiteY199" fmla="*/ 30728 h 1126566"/>
              <a:gd name="connsiteX200" fmla="*/ 1305018 w 12192000"/>
              <a:gd name="connsiteY200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45390 w 12192000"/>
              <a:gd name="connsiteY177" fmla="*/ 81299 h 1126566"/>
              <a:gd name="connsiteX178" fmla="*/ 689561 w 12192000"/>
              <a:gd name="connsiteY178" fmla="*/ 73220 h 1126566"/>
              <a:gd name="connsiteX179" fmla="*/ 763197 w 12192000"/>
              <a:gd name="connsiteY179" fmla="*/ 59356 h 1126566"/>
              <a:gd name="connsiteX180" fmla="*/ 778208 w 12192000"/>
              <a:gd name="connsiteY180" fmla="*/ 63801 h 1126566"/>
              <a:gd name="connsiteX181" fmla="*/ 784725 w 12192000"/>
              <a:gd name="connsiteY181" fmla="*/ 62505 h 1126566"/>
              <a:gd name="connsiteX182" fmla="*/ 785400 w 12192000"/>
              <a:gd name="connsiteY182" fmla="*/ 62796 h 1126566"/>
              <a:gd name="connsiteX183" fmla="*/ 786774 w 12192000"/>
              <a:gd name="connsiteY183" fmla="*/ 62098 h 1126566"/>
              <a:gd name="connsiteX184" fmla="*/ 801216 w 12192000"/>
              <a:gd name="connsiteY184" fmla="*/ 59226 h 1126566"/>
              <a:gd name="connsiteX185" fmla="*/ 832892 w 12192000"/>
              <a:gd name="connsiteY185" fmla="*/ 62069 h 1126566"/>
              <a:gd name="connsiteX186" fmla="*/ 852003 w 12192000"/>
              <a:gd name="connsiteY186" fmla="*/ 61064 h 1126566"/>
              <a:gd name="connsiteX187" fmla="*/ 870719 w 12192000"/>
              <a:gd name="connsiteY187" fmla="*/ 47209 h 1126566"/>
              <a:gd name="connsiteX188" fmla="*/ 883786 w 12192000"/>
              <a:gd name="connsiteY188" fmla="*/ 45814 h 1126566"/>
              <a:gd name="connsiteX189" fmla="*/ 886400 w 12192000"/>
              <a:gd name="connsiteY189" fmla="*/ 43909 h 1126566"/>
              <a:gd name="connsiteX190" fmla="*/ 893881 w 12192000"/>
              <a:gd name="connsiteY190" fmla="*/ 40197 h 1126566"/>
              <a:gd name="connsiteX191" fmla="*/ 886282 w 12192000"/>
              <a:gd name="connsiteY191" fmla="*/ 36610 h 1126566"/>
              <a:gd name="connsiteX192" fmla="*/ 882653 w 12192000"/>
              <a:gd name="connsiteY192" fmla="*/ 24486 h 1126566"/>
              <a:gd name="connsiteX193" fmla="*/ 914199 w 12192000"/>
              <a:gd name="connsiteY193" fmla="*/ 6975 h 1126566"/>
              <a:gd name="connsiteX194" fmla="*/ 929751 w 12192000"/>
              <a:gd name="connsiteY194" fmla="*/ 5510 h 1126566"/>
              <a:gd name="connsiteX195" fmla="*/ 938844 w 12192000"/>
              <a:gd name="connsiteY195" fmla="*/ 8681 h 1126566"/>
              <a:gd name="connsiteX196" fmla="*/ 954142 w 12192000"/>
              <a:gd name="connsiteY196" fmla="*/ 8799 h 1126566"/>
              <a:gd name="connsiteX197" fmla="*/ 968213 w 12192000"/>
              <a:gd name="connsiteY197" fmla="*/ 19791 h 1126566"/>
              <a:gd name="connsiteX198" fmla="*/ 1177886 w 12192000"/>
              <a:gd name="connsiteY198" fmla="*/ 30728 h 1126566"/>
              <a:gd name="connsiteX199" fmla="*/ 1305018 w 12192000"/>
              <a:gd name="connsiteY199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45390 w 12192000"/>
              <a:gd name="connsiteY177" fmla="*/ 81299 h 1126566"/>
              <a:gd name="connsiteX178" fmla="*/ 689561 w 12192000"/>
              <a:gd name="connsiteY178" fmla="*/ 73220 h 1126566"/>
              <a:gd name="connsiteX179" fmla="*/ 763197 w 12192000"/>
              <a:gd name="connsiteY179" fmla="*/ 59356 h 1126566"/>
              <a:gd name="connsiteX180" fmla="*/ 778208 w 12192000"/>
              <a:gd name="connsiteY180" fmla="*/ 63801 h 1126566"/>
              <a:gd name="connsiteX181" fmla="*/ 784725 w 12192000"/>
              <a:gd name="connsiteY181" fmla="*/ 62505 h 1126566"/>
              <a:gd name="connsiteX182" fmla="*/ 785400 w 12192000"/>
              <a:gd name="connsiteY182" fmla="*/ 62796 h 1126566"/>
              <a:gd name="connsiteX183" fmla="*/ 786774 w 12192000"/>
              <a:gd name="connsiteY183" fmla="*/ 62098 h 1126566"/>
              <a:gd name="connsiteX184" fmla="*/ 832892 w 12192000"/>
              <a:gd name="connsiteY184" fmla="*/ 62069 h 1126566"/>
              <a:gd name="connsiteX185" fmla="*/ 852003 w 12192000"/>
              <a:gd name="connsiteY185" fmla="*/ 61064 h 1126566"/>
              <a:gd name="connsiteX186" fmla="*/ 870719 w 12192000"/>
              <a:gd name="connsiteY186" fmla="*/ 47209 h 1126566"/>
              <a:gd name="connsiteX187" fmla="*/ 883786 w 12192000"/>
              <a:gd name="connsiteY187" fmla="*/ 45814 h 1126566"/>
              <a:gd name="connsiteX188" fmla="*/ 886400 w 12192000"/>
              <a:gd name="connsiteY188" fmla="*/ 43909 h 1126566"/>
              <a:gd name="connsiteX189" fmla="*/ 893881 w 12192000"/>
              <a:gd name="connsiteY189" fmla="*/ 40197 h 1126566"/>
              <a:gd name="connsiteX190" fmla="*/ 886282 w 12192000"/>
              <a:gd name="connsiteY190" fmla="*/ 36610 h 1126566"/>
              <a:gd name="connsiteX191" fmla="*/ 882653 w 12192000"/>
              <a:gd name="connsiteY191" fmla="*/ 24486 h 1126566"/>
              <a:gd name="connsiteX192" fmla="*/ 914199 w 12192000"/>
              <a:gd name="connsiteY192" fmla="*/ 6975 h 1126566"/>
              <a:gd name="connsiteX193" fmla="*/ 929751 w 12192000"/>
              <a:gd name="connsiteY193" fmla="*/ 5510 h 1126566"/>
              <a:gd name="connsiteX194" fmla="*/ 938844 w 12192000"/>
              <a:gd name="connsiteY194" fmla="*/ 8681 h 1126566"/>
              <a:gd name="connsiteX195" fmla="*/ 954142 w 12192000"/>
              <a:gd name="connsiteY195" fmla="*/ 8799 h 1126566"/>
              <a:gd name="connsiteX196" fmla="*/ 968213 w 12192000"/>
              <a:gd name="connsiteY196" fmla="*/ 19791 h 1126566"/>
              <a:gd name="connsiteX197" fmla="*/ 1177886 w 12192000"/>
              <a:gd name="connsiteY197" fmla="*/ 30728 h 1126566"/>
              <a:gd name="connsiteX198" fmla="*/ 1305018 w 12192000"/>
              <a:gd name="connsiteY198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89561 w 12192000"/>
              <a:gd name="connsiteY177" fmla="*/ 73220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32892 w 12192000"/>
              <a:gd name="connsiteY183" fmla="*/ 62069 h 1126566"/>
              <a:gd name="connsiteX184" fmla="*/ 852003 w 12192000"/>
              <a:gd name="connsiteY184" fmla="*/ 61064 h 1126566"/>
              <a:gd name="connsiteX185" fmla="*/ 870719 w 12192000"/>
              <a:gd name="connsiteY185" fmla="*/ 47209 h 1126566"/>
              <a:gd name="connsiteX186" fmla="*/ 883786 w 12192000"/>
              <a:gd name="connsiteY186" fmla="*/ 45814 h 1126566"/>
              <a:gd name="connsiteX187" fmla="*/ 886400 w 12192000"/>
              <a:gd name="connsiteY187" fmla="*/ 43909 h 1126566"/>
              <a:gd name="connsiteX188" fmla="*/ 893881 w 12192000"/>
              <a:gd name="connsiteY188" fmla="*/ 40197 h 1126566"/>
              <a:gd name="connsiteX189" fmla="*/ 886282 w 12192000"/>
              <a:gd name="connsiteY189" fmla="*/ 36610 h 1126566"/>
              <a:gd name="connsiteX190" fmla="*/ 882653 w 12192000"/>
              <a:gd name="connsiteY190" fmla="*/ 24486 h 1126566"/>
              <a:gd name="connsiteX191" fmla="*/ 914199 w 12192000"/>
              <a:gd name="connsiteY191" fmla="*/ 6975 h 1126566"/>
              <a:gd name="connsiteX192" fmla="*/ 929751 w 12192000"/>
              <a:gd name="connsiteY192" fmla="*/ 5510 h 1126566"/>
              <a:gd name="connsiteX193" fmla="*/ 938844 w 12192000"/>
              <a:gd name="connsiteY193" fmla="*/ 8681 h 1126566"/>
              <a:gd name="connsiteX194" fmla="*/ 954142 w 12192000"/>
              <a:gd name="connsiteY194" fmla="*/ 8799 h 1126566"/>
              <a:gd name="connsiteX195" fmla="*/ 968213 w 12192000"/>
              <a:gd name="connsiteY195" fmla="*/ 19791 h 1126566"/>
              <a:gd name="connsiteX196" fmla="*/ 1177886 w 12192000"/>
              <a:gd name="connsiteY196" fmla="*/ 30728 h 1126566"/>
              <a:gd name="connsiteX197" fmla="*/ 1305018 w 12192000"/>
              <a:gd name="connsiteY197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32892 w 12192000"/>
              <a:gd name="connsiteY183" fmla="*/ 62069 h 1126566"/>
              <a:gd name="connsiteX184" fmla="*/ 852003 w 12192000"/>
              <a:gd name="connsiteY184" fmla="*/ 61064 h 1126566"/>
              <a:gd name="connsiteX185" fmla="*/ 870719 w 12192000"/>
              <a:gd name="connsiteY185" fmla="*/ 47209 h 1126566"/>
              <a:gd name="connsiteX186" fmla="*/ 883786 w 12192000"/>
              <a:gd name="connsiteY186" fmla="*/ 45814 h 1126566"/>
              <a:gd name="connsiteX187" fmla="*/ 886400 w 12192000"/>
              <a:gd name="connsiteY187" fmla="*/ 43909 h 1126566"/>
              <a:gd name="connsiteX188" fmla="*/ 893881 w 12192000"/>
              <a:gd name="connsiteY188" fmla="*/ 40197 h 1126566"/>
              <a:gd name="connsiteX189" fmla="*/ 886282 w 12192000"/>
              <a:gd name="connsiteY189" fmla="*/ 36610 h 1126566"/>
              <a:gd name="connsiteX190" fmla="*/ 882653 w 12192000"/>
              <a:gd name="connsiteY190" fmla="*/ 24486 h 1126566"/>
              <a:gd name="connsiteX191" fmla="*/ 914199 w 12192000"/>
              <a:gd name="connsiteY191" fmla="*/ 6975 h 1126566"/>
              <a:gd name="connsiteX192" fmla="*/ 929751 w 12192000"/>
              <a:gd name="connsiteY192" fmla="*/ 5510 h 1126566"/>
              <a:gd name="connsiteX193" fmla="*/ 938844 w 12192000"/>
              <a:gd name="connsiteY193" fmla="*/ 8681 h 1126566"/>
              <a:gd name="connsiteX194" fmla="*/ 954142 w 12192000"/>
              <a:gd name="connsiteY194" fmla="*/ 8799 h 1126566"/>
              <a:gd name="connsiteX195" fmla="*/ 968213 w 12192000"/>
              <a:gd name="connsiteY195" fmla="*/ 19791 h 1126566"/>
              <a:gd name="connsiteX196" fmla="*/ 1177886 w 12192000"/>
              <a:gd name="connsiteY196" fmla="*/ 30728 h 1126566"/>
              <a:gd name="connsiteX197" fmla="*/ 1305018 w 12192000"/>
              <a:gd name="connsiteY197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882653 w 12192000"/>
              <a:gd name="connsiteY189" fmla="*/ 24486 h 1126566"/>
              <a:gd name="connsiteX190" fmla="*/ 914199 w 12192000"/>
              <a:gd name="connsiteY190" fmla="*/ 6975 h 1126566"/>
              <a:gd name="connsiteX191" fmla="*/ 929751 w 12192000"/>
              <a:gd name="connsiteY191" fmla="*/ 5510 h 1126566"/>
              <a:gd name="connsiteX192" fmla="*/ 938844 w 12192000"/>
              <a:gd name="connsiteY192" fmla="*/ 8681 h 1126566"/>
              <a:gd name="connsiteX193" fmla="*/ 954142 w 12192000"/>
              <a:gd name="connsiteY193" fmla="*/ 8799 h 1126566"/>
              <a:gd name="connsiteX194" fmla="*/ 968213 w 12192000"/>
              <a:gd name="connsiteY194" fmla="*/ 19791 h 1126566"/>
              <a:gd name="connsiteX195" fmla="*/ 1177886 w 12192000"/>
              <a:gd name="connsiteY195" fmla="*/ 30728 h 1126566"/>
              <a:gd name="connsiteX196" fmla="*/ 1305018 w 12192000"/>
              <a:gd name="connsiteY196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14199 w 12192000"/>
              <a:gd name="connsiteY189" fmla="*/ 6975 h 1126566"/>
              <a:gd name="connsiteX190" fmla="*/ 929751 w 12192000"/>
              <a:gd name="connsiteY190" fmla="*/ 5510 h 1126566"/>
              <a:gd name="connsiteX191" fmla="*/ 938844 w 12192000"/>
              <a:gd name="connsiteY191" fmla="*/ 8681 h 1126566"/>
              <a:gd name="connsiteX192" fmla="*/ 954142 w 12192000"/>
              <a:gd name="connsiteY192" fmla="*/ 8799 h 1126566"/>
              <a:gd name="connsiteX193" fmla="*/ 968213 w 12192000"/>
              <a:gd name="connsiteY193" fmla="*/ 19791 h 1126566"/>
              <a:gd name="connsiteX194" fmla="*/ 1177886 w 12192000"/>
              <a:gd name="connsiteY194" fmla="*/ 30728 h 1126566"/>
              <a:gd name="connsiteX195" fmla="*/ 1305018 w 12192000"/>
              <a:gd name="connsiteY195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14199 w 12192000"/>
              <a:gd name="connsiteY189" fmla="*/ 6975 h 1126566"/>
              <a:gd name="connsiteX190" fmla="*/ 929751 w 12192000"/>
              <a:gd name="connsiteY190" fmla="*/ 5510 h 1126566"/>
              <a:gd name="connsiteX191" fmla="*/ 938844 w 12192000"/>
              <a:gd name="connsiteY191" fmla="*/ 8681 h 1126566"/>
              <a:gd name="connsiteX192" fmla="*/ 954142 w 12192000"/>
              <a:gd name="connsiteY192" fmla="*/ 8799 h 1126566"/>
              <a:gd name="connsiteX193" fmla="*/ 1048223 w 12192000"/>
              <a:gd name="connsiteY193" fmla="*/ 19791 h 1126566"/>
              <a:gd name="connsiteX194" fmla="*/ 1177886 w 12192000"/>
              <a:gd name="connsiteY194" fmla="*/ 30728 h 1126566"/>
              <a:gd name="connsiteX195" fmla="*/ 1305018 w 12192000"/>
              <a:gd name="connsiteY195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14199 w 12192000"/>
              <a:gd name="connsiteY189" fmla="*/ 6975 h 1126566"/>
              <a:gd name="connsiteX190" fmla="*/ 929751 w 12192000"/>
              <a:gd name="connsiteY190" fmla="*/ 5510 h 1126566"/>
              <a:gd name="connsiteX191" fmla="*/ 938844 w 12192000"/>
              <a:gd name="connsiteY191" fmla="*/ 8681 h 1126566"/>
              <a:gd name="connsiteX192" fmla="*/ 988432 w 12192000"/>
              <a:gd name="connsiteY192" fmla="*/ 24039 h 1126566"/>
              <a:gd name="connsiteX193" fmla="*/ 1048223 w 12192000"/>
              <a:gd name="connsiteY193" fmla="*/ 19791 h 1126566"/>
              <a:gd name="connsiteX194" fmla="*/ 1177886 w 12192000"/>
              <a:gd name="connsiteY194" fmla="*/ 30728 h 1126566"/>
              <a:gd name="connsiteX195" fmla="*/ 1305018 w 12192000"/>
              <a:gd name="connsiteY195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14199 w 12192000"/>
              <a:gd name="connsiteY189" fmla="*/ 6975 h 1126566"/>
              <a:gd name="connsiteX190" fmla="*/ 929751 w 12192000"/>
              <a:gd name="connsiteY190" fmla="*/ 5510 h 1126566"/>
              <a:gd name="connsiteX191" fmla="*/ 950274 w 12192000"/>
              <a:gd name="connsiteY191" fmla="*/ 20111 h 1126566"/>
              <a:gd name="connsiteX192" fmla="*/ 988432 w 12192000"/>
              <a:gd name="connsiteY192" fmla="*/ 24039 h 1126566"/>
              <a:gd name="connsiteX193" fmla="*/ 1048223 w 12192000"/>
              <a:gd name="connsiteY193" fmla="*/ 19791 h 1126566"/>
              <a:gd name="connsiteX194" fmla="*/ 1177886 w 12192000"/>
              <a:gd name="connsiteY194" fmla="*/ 30728 h 1126566"/>
              <a:gd name="connsiteX195" fmla="*/ 1305018 w 12192000"/>
              <a:gd name="connsiteY195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14199 w 12192000"/>
              <a:gd name="connsiteY189" fmla="*/ 6975 h 1126566"/>
              <a:gd name="connsiteX190" fmla="*/ 950274 w 12192000"/>
              <a:gd name="connsiteY190" fmla="*/ 20111 h 1126566"/>
              <a:gd name="connsiteX191" fmla="*/ 988432 w 12192000"/>
              <a:gd name="connsiteY191" fmla="*/ 24039 h 1126566"/>
              <a:gd name="connsiteX192" fmla="*/ 1048223 w 12192000"/>
              <a:gd name="connsiteY192" fmla="*/ 19791 h 1126566"/>
              <a:gd name="connsiteX193" fmla="*/ 1177886 w 12192000"/>
              <a:gd name="connsiteY193" fmla="*/ 30728 h 1126566"/>
              <a:gd name="connsiteX194" fmla="*/ 1305018 w 12192000"/>
              <a:gd name="connsiteY194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37910 w 12192000"/>
              <a:gd name="connsiteY171" fmla="*/ 31482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50274 w 12192000"/>
              <a:gd name="connsiteY189" fmla="*/ 20111 h 1126566"/>
              <a:gd name="connsiteX190" fmla="*/ 988432 w 12192000"/>
              <a:gd name="connsiteY190" fmla="*/ 24039 h 1126566"/>
              <a:gd name="connsiteX191" fmla="*/ 1048223 w 12192000"/>
              <a:gd name="connsiteY191" fmla="*/ 19791 h 1126566"/>
              <a:gd name="connsiteX192" fmla="*/ 1177886 w 12192000"/>
              <a:gd name="connsiteY192" fmla="*/ 30728 h 1126566"/>
              <a:gd name="connsiteX193" fmla="*/ 1305018 w 12192000"/>
              <a:gd name="connsiteY19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5983257 w 12192000"/>
              <a:gd name="connsiteY67" fmla="*/ 26043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64580 w 12192000"/>
              <a:gd name="connsiteY171" fmla="*/ 32244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50274 w 12192000"/>
              <a:gd name="connsiteY189" fmla="*/ 20111 h 1126566"/>
              <a:gd name="connsiteX190" fmla="*/ 988432 w 12192000"/>
              <a:gd name="connsiteY190" fmla="*/ 24039 h 1126566"/>
              <a:gd name="connsiteX191" fmla="*/ 1048223 w 12192000"/>
              <a:gd name="connsiteY191" fmla="*/ 19791 h 1126566"/>
              <a:gd name="connsiteX192" fmla="*/ 1177886 w 12192000"/>
              <a:gd name="connsiteY192" fmla="*/ 30728 h 1126566"/>
              <a:gd name="connsiteX193" fmla="*/ 1305018 w 12192000"/>
              <a:gd name="connsiteY19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5969996 w 12192000"/>
              <a:gd name="connsiteY66" fmla="*/ 26627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64580 w 12192000"/>
              <a:gd name="connsiteY171" fmla="*/ 32244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50274 w 12192000"/>
              <a:gd name="connsiteY189" fmla="*/ 20111 h 1126566"/>
              <a:gd name="connsiteX190" fmla="*/ 988432 w 12192000"/>
              <a:gd name="connsiteY190" fmla="*/ 24039 h 1126566"/>
              <a:gd name="connsiteX191" fmla="*/ 1048223 w 12192000"/>
              <a:gd name="connsiteY191" fmla="*/ 19791 h 1126566"/>
              <a:gd name="connsiteX192" fmla="*/ 1177886 w 12192000"/>
              <a:gd name="connsiteY192" fmla="*/ 30728 h 1126566"/>
              <a:gd name="connsiteX193" fmla="*/ 1305018 w 12192000"/>
              <a:gd name="connsiteY19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64580 w 12192000"/>
              <a:gd name="connsiteY171" fmla="*/ 32244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50274 w 12192000"/>
              <a:gd name="connsiteY189" fmla="*/ 20111 h 1126566"/>
              <a:gd name="connsiteX190" fmla="*/ 988432 w 12192000"/>
              <a:gd name="connsiteY190" fmla="*/ 24039 h 1126566"/>
              <a:gd name="connsiteX191" fmla="*/ 1048223 w 12192000"/>
              <a:gd name="connsiteY191" fmla="*/ 19791 h 1126566"/>
              <a:gd name="connsiteX192" fmla="*/ 1177886 w 12192000"/>
              <a:gd name="connsiteY192" fmla="*/ 30728 h 1126566"/>
              <a:gd name="connsiteX193" fmla="*/ 1305018 w 12192000"/>
              <a:gd name="connsiteY19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787667 w 12192000"/>
              <a:gd name="connsiteY61" fmla="*/ 24078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64580 w 12192000"/>
              <a:gd name="connsiteY171" fmla="*/ 32244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50274 w 12192000"/>
              <a:gd name="connsiteY189" fmla="*/ 20111 h 1126566"/>
              <a:gd name="connsiteX190" fmla="*/ 988432 w 12192000"/>
              <a:gd name="connsiteY190" fmla="*/ 24039 h 1126566"/>
              <a:gd name="connsiteX191" fmla="*/ 1048223 w 12192000"/>
              <a:gd name="connsiteY191" fmla="*/ 19791 h 1126566"/>
              <a:gd name="connsiteX192" fmla="*/ 1177886 w 12192000"/>
              <a:gd name="connsiteY192" fmla="*/ 30728 h 1126566"/>
              <a:gd name="connsiteX193" fmla="*/ 1305018 w 12192000"/>
              <a:gd name="connsiteY19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64580 w 12192000"/>
              <a:gd name="connsiteY171" fmla="*/ 32244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50274 w 12192000"/>
              <a:gd name="connsiteY189" fmla="*/ 20111 h 1126566"/>
              <a:gd name="connsiteX190" fmla="*/ 988432 w 12192000"/>
              <a:gd name="connsiteY190" fmla="*/ 24039 h 1126566"/>
              <a:gd name="connsiteX191" fmla="*/ 1048223 w 12192000"/>
              <a:gd name="connsiteY191" fmla="*/ 19791 h 1126566"/>
              <a:gd name="connsiteX192" fmla="*/ 1177886 w 12192000"/>
              <a:gd name="connsiteY192" fmla="*/ 30728 h 1126566"/>
              <a:gd name="connsiteX193" fmla="*/ 1305018 w 12192000"/>
              <a:gd name="connsiteY19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63994 w 12192000"/>
              <a:gd name="connsiteY75" fmla="*/ 38522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64580 w 12192000"/>
              <a:gd name="connsiteY171" fmla="*/ 32244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50274 w 12192000"/>
              <a:gd name="connsiteY189" fmla="*/ 20111 h 1126566"/>
              <a:gd name="connsiteX190" fmla="*/ 988432 w 12192000"/>
              <a:gd name="connsiteY190" fmla="*/ 24039 h 1126566"/>
              <a:gd name="connsiteX191" fmla="*/ 1048223 w 12192000"/>
              <a:gd name="connsiteY191" fmla="*/ 19791 h 1126566"/>
              <a:gd name="connsiteX192" fmla="*/ 1177886 w 12192000"/>
              <a:gd name="connsiteY192" fmla="*/ 30728 h 1126566"/>
              <a:gd name="connsiteX193" fmla="*/ 1305018 w 12192000"/>
              <a:gd name="connsiteY19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64580 w 12192000"/>
              <a:gd name="connsiteY171" fmla="*/ 32244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50274 w 12192000"/>
              <a:gd name="connsiteY189" fmla="*/ 20111 h 1126566"/>
              <a:gd name="connsiteX190" fmla="*/ 988432 w 12192000"/>
              <a:gd name="connsiteY190" fmla="*/ 24039 h 1126566"/>
              <a:gd name="connsiteX191" fmla="*/ 1048223 w 12192000"/>
              <a:gd name="connsiteY191" fmla="*/ 19791 h 1126566"/>
              <a:gd name="connsiteX192" fmla="*/ 1177886 w 12192000"/>
              <a:gd name="connsiteY192" fmla="*/ 30728 h 1126566"/>
              <a:gd name="connsiteX193" fmla="*/ 1305018 w 12192000"/>
              <a:gd name="connsiteY19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86944 w 12192000"/>
              <a:gd name="connsiteY72" fmla="*/ 33423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64580 w 12192000"/>
              <a:gd name="connsiteY171" fmla="*/ 32244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50274 w 12192000"/>
              <a:gd name="connsiteY189" fmla="*/ 20111 h 1126566"/>
              <a:gd name="connsiteX190" fmla="*/ 988432 w 12192000"/>
              <a:gd name="connsiteY190" fmla="*/ 24039 h 1126566"/>
              <a:gd name="connsiteX191" fmla="*/ 1048223 w 12192000"/>
              <a:gd name="connsiteY191" fmla="*/ 19791 h 1126566"/>
              <a:gd name="connsiteX192" fmla="*/ 1177886 w 12192000"/>
              <a:gd name="connsiteY192" fmla="*/ 30728 h 1126566"/>
              <a:gd name="connsiteX193" fmla="*/ 1305018 w 12192000"/>
              <a:gd name="connsiteY19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698873 w 12192000"/>
              <a:gd name="connsiteY152" fmla="*/ 397894 h 1126566"/>
              <a:gd name="connsiteX153" fmla="*/ 11779739 w 12192000"/>
              <a:gd name="connsiteY153" fmla="*/ 457323 h 1126566"/>
              <a:gd name="connsiteX154" fmla="*/ 11828107 w 12192000"/>
              <a:gd name="connsiteY154" fmla="*/ 477948 h 1126566"/>
              <a:gd name="connsiteX155" fmla="*/ 11866598 w 12192000"/>
              <a:gd name="connsiteY155" fmla="*/ 486803 h 1126566"/>
              <a:gd name="connsiteX156" fmla="*/ 11916744 w 12192000"/>
              <a:gd name="connsiteY156" fmla="*/ 502917 h 1126566"/>
              <a:gd name="connsiteX157" fmla="*/ 11949248 w 12192000"/>
              <a:gd name="connsiteY157" fmla="*/ 518881 h 1126566"/>
              <a:gd name="connsiteX158" fmla="*/ 11951002 w 12192000"/>
              <a:gd name="connsiteY158" fmla="*/ 518735 h 1126566"/>
              <a:gd name="connsiteX159" fmla="*/ 11957283 w 12192000"/>
              <a:gd name="connsiteY159" fmla="*/ 522828 h 1126566"/>
              <a:gd name="connsiteX160" fmla="*/ 11966535 w 12192000"/>
              <a:gd name="connsiteY160" fmla="*/ 527372 h 1126566"/>
              <a:gd name="connsiteX161" fmla="*/ 12026007 w 12192000"/>
              <a:gd name="connsiteY161" fmla="*/ 534384 h 1126566"/>
              <a:gd name="connsiteX162" fmla="*/ 12035188 w 12192000"/>
              <a:gd name="connsiteY162" fmla="*/ 529609 h 1126566"/>
              <a:gd name="connsiteX163" fmla="*/ 12115225 w 12192000"/>
              <a:gd name="connsiteY163" fmla="*/ 561895 h 1126566"/>
              <a:gd name="connsiteX164" fmla="*/ 12191636 w 12192000"/>
              <a:gd name="connsiteY164" fmla="*/ 558318 h 1126566"/>
              <a:gd name="connsiteX165" fmla="*/ 12192000 w 12192000"/>
              <a:gd name="connsiteY165" fmla="*/ 558295 h 1126566"/>
              <a:gd name="connsiteX166" fmla="*/ 12192000 w 12192000"/>
              <a:gd name="connsiteY166" fmla="*/ 1126566 h 1126566"/>
              <a:gd name="connsiteX167" fmla="*/ 0 w 12192000"/>
              <a:gd name="connsiteY167" fmla="*/ 1126566 h 1126566"/>
              <a:gd name="connsiteX168" fmla="*/ 0 w 12192000"/>
              <a:gd name="connsiteY168" fmla="*/ 401922 h 1126566"/>
              <a:gd name="connsiteX169" fmla="*/ 25242 w 12192000"/>
              <a:gd name="connsiteY169" fmla="*/ 388862 h 1126566"/>
              <a:gd name="connsiteX170" fmla="*/ 96922 w 12192000"/>
              <a:gd name="connsiteY170" fmla="*/ 357381 h 1126566"/>
              <a:gd name="connsiteX171" fmla="*/ 164580 w 12192000"/>
              <a:gd name="connsiteY171" fmla="*/ 322443 h 1126566"/>
              <a:gd name="connsiteX172" fmla="*/ 258712 w 12192000"/>
              <a:gd name="connsiteY172" fmla="*/ 286531 h 1126566"/>
              <a:gd name="connsiteX173" fmla="*/ 316354 w 12192000"/>
              <a:gd name="connsiteY173" fmla="*/ 238529 h 1126566"/>
              <a:gd name="connsiteX174" fmla="*/ 328834 w 12192000"/>
              <a:gd name="connsiteY174" fmla="*/ 240963 h 1126566"/>
              <a:gd name="connsiteX175" fmla="*/ 383414 w 12192000"/>
              <a:gd name="connsiteY175" fmla="*/ 221196 h 1126566"/>
              <a:gd name="connsiteX176" fmla="*/ 537708 w 12192000"/>
              <a:gd name="connsiteY176" fmla="*/ 119020 h 1126566"/>
              <a:gd name="connsiteX177" fmla="*/ 653257 w 12192000"/>
              <a:gd name="connsiteY177" fmla="*/ 91372 h 1126566"/>
              <a:gd name="connsiteX178" fmla="*/ 763197 w 12192000"/>
              <a:gd name="connsiteY178" fmla="*/ 59356 h 1126566"/>
              <a:gd name="connsiteX179" fmla="*/ 778208 w 12192000"/>
              <a:gd name="connsiteY179" fmla="*/ 63801 h 1126566"/>
              <a:gd name="connsiteX180" fmla="*/ 784725 w 12192000"/>
              <a:gd name="connsiteY180" fmla="*/ 62505 h 1126566"/>
              <a:gd name="connsiteX181" fmla="*/ 785400 w 12192000"/>
              <a:gd name="connsiteY181" fmla="*/ 62796 h 1126566"/>
              <a:gd name="connsiteX182" fmla="*/ 786774 w 12192000"/>
              <a:gd name="connsiteY182" fmla="*/ 62098 h 1126566"/>
              <a:gd name="connsiteX183" fmla="*/ 852003 w 12192000"/>
              <a:gd name="connsiteY183" fmla="*/ 61064 h 1126566"/>
              <a:gd name="connsiteX184" fmla="*/ 870719 w 12192000"/>
              <a:gd name="connsiteY184" fmla="*/ 47209 h 1126566"/>
              <a:gd name="connsiteX185" fmla="*/ 883786 w 12192000"/>
              <a:gd name="connsiteY185" fmla="*/ 45814 h 1126566"/>
              <a:gd name="connsiteX186" fmla="*/ 886400 w 12192000"/>
              <a:gd name="connsiteY186" fmla="*/ 43909 h 1126566"/>
              <a:gd name="connsiteX187" fmla="*/ 893881 w 12192000"/>
              <a:gd name="connsiteY187" fmla="*/ 40197 h 1126566"/>
              <a:gd name="connsiteX188" fmla="*/ 886282 w 12192000"/>
              <a:gd name="connsiteY188" fmla="*/ 36610 h 1126566"/>
              <a:gd name="connsiteX189" fmla="*/ 950274 w 12192000"/>
              <a:gd name="connsiteY189" fmla="*/ 20111 h 1126566"/>
              <a:gd name="connsiteX190" fmla="*/ 988432 w 12192000"/>
              <a:gd name="connsiteY190" fmla="*/ 24039 h 1126566"/>
              <a:gd name="connsiteX191" fmla="*/ 1048223 w 12192000"/>
              <a:gd name="connsiteY191" fmla="*/ 19791 h 1126566"/>
              <a:gd name="connsiteX192" fmla="*/ 1177886 w 12192000"/>
              <a:gd name="connsiteY192" fmla="*/ 30728 h 1126566"/>
              <a:gd name="connsiteX193" fmla="*/ 1305018 w 12192000"/>
              <a:gd name="connsiteY19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779739 w 12192000"/>
              <a:gd name="connsiteY152" fmla="*/ 457323 h 1126566"/>
              <a:gd name="connsiteX153" fmla="*/ 11828107 w 12192000"/>
              <a:gd name="connsiteY153" fmla="*/ 477948 h 1126566"/>
              <a:gd name="connsiteX154" fmla="*/ 11866598 w 12192000"/>
              <a:gd name="connsiteY154" fmla="*/ 486803 h 1126566"/>
              <a:gd name="connsiteX155" fmla="*/ 11916744 w 12192000"/>
              <a:gd name="connsiteY155" fmla="*/ 502917 h 1126566"/>
              <a:gd name="connsiteX156" fmla="*/ 11949248 w 12192000"/>
              <a:gd name="connsiteY156" fmla="*/ 518881 h 1126566"/>
              <a:gd name="connsiteX157" fmla="*/ 11951002 w 12192000"/>
              <a:gd name="connsiteY157" fmla="*/ 518735 h 1126566"/>
              <a:gd name="connsiteX158" fmla="*/ 11957283 w 12192000"/>
              <a:gd name="connsiteY158" fmla="*/ 522828 h 1126566"/>
              <a:gd name="connsiteX159" fmla="*/ 11966535 w 12192000"/>
              <a:gd name="connsiteY159" fmla="*/ 527372 h 1126566"/>
              <a:gd name="connsiteX160" fmla="*/ 12026007 w 12192000"/>
              <a:gd name="connsiteY160" fmla="*/ 534384 h 1126566"/>
              <a:gd name="connsiteX161" fmla="*/ 12035188 w 12192000"/>
              <a:gd name="connsiteY161" fmla="*/ 529609 h 1126566"/>
              <a:gd name="connsiteX162" fmla="*/ 12115225 w 12192000"/>
              <a:gd name="connsiteY162" fmla="*/ 561895 h 1126566"/>
              <a:gd name="connsiteX163" fmla="*/ 12191636 w 12192000"/>
              <a:gd name="connsiteY163" fmla="*/ 558318 h 1126566"/>
              <a:gd name="connsiteX164" fmla="*/ 12192000 w 12192000"/>
              <a:gd name="connsiteY164" fmla="*/ 558295 h 1126566"/>
              <a:gd name="connsiteX165" fmla="*/ 12192000 w 12192000"/>
              <a:gd name="connsiteY165" fmla="*/ 1126566 h 1126566"/>
              <a:gd name="connsiteX166" fmla="*/ 0 w 12192000"/>
              <a:gd name="connsiteY166" fmla="*/ 1126566 h 1126566"/>
              <a:gd name="connsiteX167" fmla="*/ 0 w 12192000"/>
              <a:gd name="connsiteY167" fmla="*/ 401922 h 1126566"/>
              <a:gd name="connsiteX168" fmla="*/ 25242 w 12192000"/>
              <a:gd name="connsiteY168" fmla="*/ 388862 h 1126566"/>
              <a:gd name="connsiteX169" fmla="*/ 96922 w 12192000"/>
              <a:gd name="connsiteY169" fmla="*/ 357381 h 1126566"/>
              <a:gd name="connsiteX170" fmla="*/ 164580 w 12192000"/>
              <a:gd name="connsiteY170" fmla="*/ 322443 h 1126566"/>
              <a:gd name="connsiteX171" fmla="*/ 258712 w 12192000"/>
              <a:gd name="connsiteY171" fmla="*/ 286531 h 1126566"/>
              <a:gd name="connsiteX172" fmla="*/ 316354 w 12192000"/>
              <a:gd name="connsiteY172" fmla="*/ 238529 h 1126566"/>
              <a:gd name="connsiteX173" fmla="*/ 328834 w 12192000"/>
              <a:gd name="connsiteY173" fmla="*/ 240963 h 1126566"/>
              <a:gd name="connsiteX174" fmla="*/ 383414 w 12192000"/>
              <a:gd name="connsiteY174" fmla="*/ 221196 h 1126566"/>
              <a:gd name="connsiteX175" fmla="*/ 537708 w 12192000"/>
              <a:gd name="connsiteY175" fmla="*/ 119020 h 1126566"/>
              <a:gd name="connsiteX176" fmla="*/ 653257 w 12192000"/>
              <a:gd name="connsiteY176" fmla="*/ 91372 h 1126566"/>
              <a:gd name="connsiteX177" fmla="*/ 763197 w 12192000"/>
              <a:gd name="connsiteY177" fmla="*/ 59356 h 1126566"/>
              <a:gd name="connsiteX178" fmla="*/ 778208 w 12192000"/>
              <a:gd name="connsiteY178" fmla="*/ 63801 h 1126566"/>
              <a:gd name="connsiteX179" fmla="*/ 784725 w 12192000"/>
              <a:gd name="connsiteY179" fmla="*/ 62505 h 1126566"/>
              <a:gd name="connsiteX180" fmla="*/ 785400 w 12192000"/>
              <a:gd name="connsiteY180" fmla="*/ 62796 h 1126566"/>
              <a:gd name="connsiteX181" fmla="*/ 786774 w 12192000"/>
              <a:gd name="connsiteY181" fmla="*/ 62098 h 1126566"/>
              <a:gd name="connsiteX182" fmla="*/ 852003 w 12192000"/>
              <a:gd name="connsiteY182" fmla="*/ 61064 h 1126566"/>
              <a:gd name="connsiteX183" fmla="*/ 870719 w 12192000"/>
              <a:gd name="connsiteY183" fmla="*/ 47209 h 1126566"/>
              <a:gd name="connsiteX184" fmla="*/ 883786 w 12192000"/>
              <a:gd name="connsiteY184" fmla="*/ 45814 h 1126566"/>
              <a:gd name="connsiteX185" fmla="*/ 886400 w 12192000"/>
              <a:gd name="connsiteY185" fmla="*/ 43909 h 1126566"/>
              <a:gd name="connsiteX186" fmla="*/ 893881 w 12192000"/>
              <a:gd name="connsiteY186" fmla="*/ 40197 h 1126566"/>
              <a:gd name="connsiteX187" fmla="*/ 886282 w 12192000"/>
              <a:gd name="connsiteY187" fmla="*/ 36610 h 1126566"/>
              <a:gd name="connsiteX188" fmla="*/ 950274 w 12192000"/>
              <a:gd name="connsiteY188" fmla="*/ 20111 h 1126566"/>
              <a:gd name="connsiteX189" fmla="*/ 988432 w 12192000"/>
              <a:gd name="connsiteY189" fmla="*/ 24039 h 1126566"/>
              <a:gd name="connsiteX190" fmla="*/ 1048223 w 12192000"/>
              <a:gd name="connsiteY190" fmla="*/ 19791 h 1126566"/>
              <a:gd name="connsiteX191" fmla="*/ 1177886 w 12192000"/>
              <a:gd name="connsiteY191" fmla="*/ 30728 h 1126566"/>
              <a:gd name="connsiteX192" fmla="*/ 1305018 w 12192000"/>
              <a:gd name="connsiteY192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828107 w 12192000"/>
              <a:gd name="connsiteY152" fmla="*/ 477948 h 1126566"/>
              <a:gd name="connsiteX153" fmla="*/ 11866598 w 12192000"/>
              <a:gd name="connsiteY153" fmla="*/ 486803 h 1126566"/>
              <a:gd name="connsiteX154" fmla="*/ 11916744 w 12192000"/>
              <a:gd name="connsiteY154" fmla="*/ 502917 h 1126566"/>
              <a:gd name="connsiteX155" fmla="*/ 11949248 w 12192000"/>
              <a:gd name="connsiteY155" fmla="*/ 518881 h 1126566"/>
              <a:gd name="connsiteX156" fmla="*/ 11951002 w 12192000"/>
              <a:gd name="connsiteY156" fmla="*/ 518735 h 1126566"/>
              <a:gd name="connsiteX157" fmla="*/ 11957283 w 12192000"/>
              <a:gd name="connsiteY157" fmla="*/ 522828 h 1126566"/>
              <a:gd name="connsiteX158" fmla="*/ 11966535 w 12192000"/>
              <a:gd name="connsiteY158" fmla="*/ 527372 h 1126566"/>
              <a:gd name="connsiteX159" fmla="*/ 12026007 w 12192000"/>
              <a:gd name="connsiteY159" fmla="*/ 534384 h 1126566"/>
              <a:gd name="connsiteX160" fmla="*/ 12035188 w 12192000"/>
              <a:gd name="connsiteY160" fmla="*/ 529609 h 1126566"/>
              <a:gd name="connsiteX161" fmla="*/ 12115225 w 12192000"/>
              <a:gd name="connsiteY161" fmla="*/ 561895 h 1126566"/>
              <a:gd name="connsiteX162" fmla="*/ 12191636 w 12192000"/>
              <a:gd name="connsiteY162" fmla="*/ 558318 h 1126566"/>
              <a:gd name="connsiteX163" fmla="*/ 12192000 w 12192000"/>
              <a:gd name="connsiteY163" fmla="*/ 558295 h 1126566"/>
              <a:gd name="connsiteX164" fmla="*/ 12192000 w 12192000"/>
              <a:gd name="connsiteY164" fmla="*/ 1126566 h 1126566"/>
              <a:gd name="connsiteX165" fmla="*/ 0 w 12192000"/>
              <a:gd name="connsiteY165" fmla="*/ 1126566 h 1126566"/>
              <a:gd name="connsiteX166" fmla="*/ 0 w 12192000"/>
              <a:gd name="connsiteY166" fmla="*/ 401922 h 1126566"/>
              <a:gd name="connsiteX167" fmla="*/ 25242 w 12192000"/>
              <a:gd name="connsiteY167" fmla="*/ 388862 h 1126566"/>
              <a:gd name="connsiteX168" fmla="*/ 96922 w 12192000"/>
              <a:gd name="connsiteY168" fmla="*/ 357381 h 1126566"/>
              <a:gd name="connsiteX169" fmla="*/ 164580 w 12192000"/>
              <a:gd name="connsiteY169" fmla="*/ 322443 h 1126566"/>
              <a:gd name="connsiteX170" fmla="*/ 258712 w 12192000"/>
              <a:gd name="connsiteY170" fmla="*/ 286531 h 1126566"/>
              <a:gd name="connsiteX171" fmla="*/ 316354 w 12192000"/>
              <a:gd name="connsiteY171" fmla="*/ 238529 h 1126566"/>
              <a:gd name="connsiteX172" fmla="*/ 328834 w 12192000"/>
              <a:gd name="connsiteY172" fmla="*/ 240963 h 1126566"/>
              <a:gd name="connsiteX173" fmla="*/ 383414 w 12192000"/>
              <a:gd name="connsiteY173" fmla="*/ 221196 h 1126566"/>
              <a:gd name="connsiteX174" fmla="*/ 537708 w 12192000"/>
              <a:gd name="connsiteY174" fmla="*/ 119020 h 1126566"/>
              <a:gd name="connsiteX175" fmla="*/ 653257 w 12192000"/>
              <a:gd name="connsiteY175" fmla="*/ 91372 h 1126566"/>
              <a:gd name="connsiteX176" fmla="*/ 763197 w 12192000"/>
              <a:gd name="connsiteY176" fmla="*/ 59356 h 1126566"/>
              <a:gd name="connsiteX177" fmla="*/ 778208 w 12192000"/>
              <a:gd name="connsiteY177" fmla="*/ 63801 h 1126566"/>
              <a:gd name="connsiteX178" fmla="*/ 784725 w 12192000"/>
              <a:gd name="connsiteY178" fmla="*/ 62505 h 1126566"/>
              <a:gd name="connsiteX179" fmla="*/ 785400 w 12192000"/>
              <a:gd name="connsiteY179" fmla="*/ 62796 h 1126566"/>
              <a:gd name="connsiteX180" fmla="*/ 786774 w 12192000"/>
              <a:gd name="connsiteY180" fmla="*/ 62098 h 1126566"/>
              <a:gd name="connsiteX181" fmla="*/ 852003 w 12192000"/>
              <a:gd name="connsiteY181" fmla="*/ 61064 h 1126566"/>
              <a:gd name="connsiteX182" fmla="*/ 870719 w 12192000"/>
              <a:gd name="connsiteY182" fmla="*/ 47209 h 1126566"/>
              <a:gd name="connsiteX183" fmla="*/ 883786 w 12192000"/>
              <a:gd name="connsiteY183" fmla="*/ 45814 h 1126566"/>
              <a:gd name="connsiteX184" fmla="*/ 886400 w 12192000"/>
              <a:gd name="connsiteY184" fmla="*/ 43909 h 1126566"/>
              <a:gd name="connsiteX185" fmla="*/ 893881 w 12192000"/>
              <a:gd name="connsiteY185" fmla="*/ 40197 h 1126566"/>
              <a:gd name="connsiteX186" fmla="*/ 886282 w 12192000"/>
              <a:gd name="connsiteY186" fmla="*/ 36610 h 1126566"/>
              <a:gd name="connsiteX187" fmla="*/ 950274 w 12192000"/>
              <a:gd name="connsiteY187" fmla="*/ 20111 h 1126566"/>
              <a:gd name="connsiteX188" fmla="*/ 988432 w 12192000"/>
              <a:gd name="connsiteY188" fmla="*/ 24039 h 1126566"/>
              <a:gd name="connsiteX189" fmla="*/ 1048223 w 12192000"/>
              <a:gd name="connsiteY189" fmla="*/ 19791 h 1126566"/>
              <a:gd name="connsiteX190" fmla="*/ 1177886 w 12192000"/>
              <a:gd name="connsiteY190" fmla="*/ 30728 h 1126566"/>
              <a:gd name="connsiteX191" fmla="*/ 1305018 w 12192000"/>
              <a:gd name="connsiteY191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14746 w 12192000"/>
              <a:gd name="connsiteY151" fmla="*/ 360281 h 1126566"/>
              <a:gd name="connsiteX152" fmla="*/ 11786197 w 12192000"/>
              <a:gd name="connsiteY152" fmla="*/ 477948 h 1126566"/>
              <a:gd name="connsiteX153" fmla="*/ 11866598 w 12192000"/>
              <a:gd name="connsiteY153" fmla="*/ 486803 h 1126566"/>
              <a:gd name="connsiteX154" fmla="*/ 11916744 w 12192000"/>
              <a:gd name="connsiteY154" fmla="*/ 502917 h 1126566"/>
              <a:gd name="connsiteX155" fmla="*/ 11949248 w 12192000"/>
              <a:gd name="connsiteY155" fmla="*/ 518881 h 1126566"/>
              <a:gd name="connsiteX156" fmla="*/ 11951002 w 12192000"/>
              <a:gd name="connsiteY156" fmla="*/ 518735 h 1126566"/>
              <a:gd name="connsiteX157" fmla="*/ 11957283 w 12192000"/>
              <a:gd name="connsiteY157" fmla="*/ 522828 h 1126566"/>
              <a:gd name="connsiteX158" fmla="*/ 11966535 w 12192000"/>
              <a:gd name="connsiteY158" fmla="*/ 527372 h 1126566"/>
              <a:gd name="connsiteX159" fmla="*/ 12026007 w 12192000"/>
              <a:gd name="connsiteY159" fmla="*/ 534384 h 1126566"/>
              <a:gd name="connsiteX160" fmla="*/ 12035188 w 12192000"/>
              <a:gd name="connsiteY160" fmla="*/ 529609 h 1126566"/>
              <a:gd name="connsiteX161" fmla="*/ 12115225 w 12192000"/>
              <a:gd name="connsiteY161" fmla="*/ 561895 h 1126566"/>
              <a:gd name="connsiteX162" fmla="*/ 12191636 w 12192000"/>
              <a:gd name="connsiteY162" fmla="*/ 558318 h 1126566"/>
              <a:gd name="connsiteX163" fmla="*/ 12192000 w 12192000"/>
              <a:gd name="connsiteY163" fmla="*/ 558295 h 1126566"/>
              <a:gd name="connsiteX164" fmla="*/ 12192000 w 12192000"/>
              <a:gd name="connsiteY164" fmla="*/ 1126566 h 1126566"/>
              <a:gd name="connsiteX165" fmla="*/ 0 w 12192000"/>
              <a:gd name="connsiteY165" fmla="*/ 1126566 h 1126566"/>
              <a:gd name="connsiteX166" fmla="*/ 0 w 12192000"/>
              <a:gd name="connsiteY166" fmla="*/ 401922 h 1126566"/>
              <a:gd name="connsiteX167" fmla="*/ 25242 w 12192000"/>
              <a:gd name="connsiteY167" fmla="*/ 388862 h 1126566"/>
              <a:gd name="connsiteX168" fmla="*/ 96922 w 12192000"/>
              <a:gd name="connsiteY168" fmla="*/ 357381 h 1126566"/>
              <a:gd name="connsiteX169" fmla="*/ 164580 w 12192000"/>
              <a:gd name="connsiteY169" fmla="*/ 322443 h 1126566"/>
              <a:gd name="connsiteX170" fmla="*/ 258712 w 12192000"/>
              <a:gd name="connsiteY170" fmla="*/ 286531 h 1126566"/>
              <a:gd name="connsiteX171" fmla="*/ 316354 w 12192000"/>
              <a:gd name="connsiteY171" fmla="*/ 238529 h 1126566"/>
              <a:gd name="connsiteX172" fmla="*/ 328834 w 12192000"/>
              <a:gd name="connsiteY172" fmla="*/ 240963 h 1126566"/>
              <a:gd name="connsiteX173" fmla="*/ 383414 w 12192000"/>
              <a:gd name="connsiteY173" fmla="*/ 221196 h 1126566"/>
              <a:gd name="connsiteX174" fmla="*/ 537708 w 12192000"/>
              <a:gd name="connsiteY174" fmla="*/ 119020 h 1126566"/>
              <a:gd name="connsiteX175" fmla="*/ 653257 w 12192000"/>
              <a:gd name="connsiteY175" fmla="*/ 91372 h 1126566"/>
              <a:gd name="connsiteX176" fmla="*/ 763197 w 12192000"/>
              <a:gd name="connsiteY176" fmla="*/ 59356 h 1126566"/>
              <a:gd name="connsiteX177" fmla="*/ 778208 w 12192000"/>
              <a:gd name="connsiteY177" fmla="*/ 63801 h 1126566"/>
              <a:gd name="connsiteX178" fmla="*/ 784725 w 12192000"/>
              <a:gd name="connsiteY178" fmla="*/ 62505 h 1126566"/>
              <a:gd name="connsiteX179" fmla="*/ 785400 w 12192000"/>
              <a:gd name="connsiteY179" fmla="*/ 62796 h 1126566"/>
              <a:gd name="connsiteX180" fmla="*/ 786774 w 12192000"/>
              <a:gd name="connsiteY180" fmla="*/ 62098 h 1126566"/>
              <a:gd name="connsiteX181" fmla="*/ 852003 w 12192000"/>
              <a:gd name="connsiteY181" fmla="*/ 61064 h 1126566"/>
              <a:gd name="connsiteX182" fmla="*/ 870719 w 12192000"/>
              <a:gd name="connsiteY182" fmla="*/ 47209 h 1126566"/>
              <a:gd name="connsiteX183" fmla="*/ 883786 w 12192000"/>
              <a:gd name="connsiteY183" fmla="*/ 45814 h 1126566"/>
              <a:gd name="connsiteX184" fmla="*/ 886400 w 12192000"/>
              <a:gd name="connsiteY184" fmla="*/ 43909 h 1126566"/>
              <a:gd name="connsiteX185" fmla="*/ 893881 w 12192000"/>
              <a:gd name="connsiteY185" fmla="*/ 40197 h 1126566"/>
              <a:gd name="connsiteX186" fmla="*/ 886282 w 12192000"/>
              <a:gd name="connsiteY186" fmla="*/ 36610 h 1126566"/>
              <a:gd name="connsiteX187" fmla="*/ 950274 w 12192000"/>
              <a:gd name="connsiteY187" fmla="*/ 20111 h 1126566"/>
              <a:gd name="connsiteX188" fmla="*/ 988432 w 12192000"/>
              <a:gd name="connsiteY188" fmla="*/ 24039 h 1126566"/>
              <a:gd name="connsiteX189" fmla="*/ 1048223 w 12192000"/>
              <a:gd name="connsiteY189" fmla="*/ 19791 h 1126566"/>
              <a:gd name="connsiteX190" fmla="*/ 1177886 w 12192000"/>
              <a:gd name="connsiteY190" fmla="*/ 30728 h 1126566"/>
              <a:gd name="connsiteX191" fmla="*/ 1305018 w 12192000"/>
              <a:gd name="connsiteY191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585904 w 12192000"/>
              <a:gd name="connsiteY149" fmla="*/ 355142 h 1126566"/>
              <a:gd name="connsiteX150" fmla="*/ 11607823 w 12192000"/>
              <a:gd name="connsiteY150" fmla="*/ 357347 h 1126566"/>
              <a:gd name="connsiteX151" fmla="*/ 11664276 w 12192000"/>
              <a:gd name="connsiteY151" fmla="*/ 386951 h 1126566"/>
              <a:gd name="connsiteX152" fmla="*/ 11786197 w 12192000"/>
              <a:gd name="connsiteY152" fmla="*/ 477948 h 1126566"/>
              <a:gd name="connsiteX153" fmla="*/ 11866598 w 12192000"/>
              <a:gd name="connsiteY153" fmla="*/ 486803 h 1126566"/>
              <a:gd name="connsiteX154" fmla="*/ 11916744 w 12192000"/>
              <a:gd name="connsiteY154" fmla="*/ 502917 h 1126566"/>
              <a:gd name="connsiteX155" fmla="*/ 11949248 w 12192000"/>
              <a:gd name="connsiteY155" fmla="*/ 518881 h 1126566"/>
              <a:gd name="connsiteX156" fmla="*/ 11951002 w 12192000"/>
              <a:gd name="connsiteY156" fmla="*/ 518735 h 1126566"/>
              <a:gd name="connsiteX157" fmla="*/ 11957283 w 12192000"/>
              <a:gd name="connsiteY157" fmla="*/ 522828 h 1126566"/>
              <a:gd name="connsiteX158" fmla="*/ 11966535 w 12192000"/>
              <a:gd name="connsiteY158" fmla="*/ 527372 h 1126566"/>
              <a:gd name="connsiteX159" fmla="*/ 12026007 w 12192000"/>
              <a:gd name="connsiteY159" fmla="*/ 534384 h 1126566"/>
              <a:gd name="connsiteX160" fmla="*/ 12035188 w 12192000"/>
              <a:gd name="connsiteY160" fmla="*/ 529609 h 1126566"/>
              <a:gd name="connsiteX161" fmla="*/ 12115225 w 12192000"/>
              <a:gd name="connsiteY161" fmla="*/ 561895 h 1126566"/>
              <a:gd name="connsiteX162" fmla="*/ 12191636 w 12192000"/>
              <a:gd name="connsiteY162" fmla="*/ 558318 h 1126566"/>
              <a:gd name="connsiteX163" fmla="*/ 12192000 w 12192000"/>
              <a:gd name="connsiteY163" fmla="*/ 558295 h 1126566"/>
              <a:gd name="connsiteX164" fmla="*/ 12192000 w 12192000"/>
              <a:gd name="connsiteY164" fmla="*/ 1126566 h 1126566"/>
              <a:gd name="connsiteX165" fmla="*/ 0 w 12192000"/>
              <a:gd name="connsiteY165" fmla="*/ 1126566 h 1126566"/>
              <a:gd name="connsiteX166" fmla="*/ 0 w 12192000"/>
              <a:gd name="connsiteY166" fmla="*/ 401922 h 1126566"/>
              <a:gd name="connsiteX167" fmla="*/ 25242 w 12192000"/>
              <a:gd name="connsiteY167" fmla="*/ 388862 h 1126566"/>
              <a:gd name="connsiteX168" fmla="*/ 96922 w 12192000"/>
              <a:gd name="connsiteY168" fmla="*/ 357381 h 1126566"/>
              <a:gd name="connsiteX169" fmla="*/ 164580 w 12192000"/>
              <a:gd name="connsiteY169" fmla="*/ 322443 h 1126566"/>
              <a:gd name="connsiteX170" fmla="*/ 258712 w 12192000"/>
              <a:gd name="connsiteY170" fmla="*/ 286531 h 1126566"/>
              <a:gd name="connsiteX171" fmla="*/ 316354 w 12192000"/>
              <a:gd name="connsiteY171" fmla="*/ 238529 h 1126566"/>
              <a:gd name="connsiteX172" fmla="*/ 328834 w 12192000"/>
              <a:gd name="connsiteY172" fmla="*/ 240963 h 1126566"/>
              <a:gd name="connsiteX173" fmla="*/ 383414 w 12192000"/>
              <a:gd name="connsiteY173" fmla="*/ 221196 h 1126566"/>
              <a:gd name="connsiteX174" fmla="*/ 537708 w 12192000"/>
              <a:gd name="connsiteY174" fmla="*/ 119020 h 1126566"/>
              <a:gd name="connsiteX175" fmla="*/ 653257 w 12192000"/>
              <a:gd name="connsiteY175" fmla="*/ 91372 h 1126566"/>
              <a:gd name="connsiteX176" fmla="*/ 763197 w 12192000"/>
              <a:gd name="connsiteY176" fmla="*/ 59356 h 1126566"/>
              <a:gd name="connsiteX177" fmla="*/ 778208 w 12192000"/>
              <a:gd name="connsiteY177" fmla="*/ 63801 h 1126566"/>
              <a:gd name="connsiteX178" fmla="*/ 784725 w 12192000"/>
              <a:gd name="connsiteY178" fmla="*/ 62505 h 1126566"/>
              <a:gd name="connsiteX179" fmla="*/ 785400 w 12192000"/>
              <a:gd name="connsiteY179" fmla="*/ 62796 h 1126566"/>
              <a:gd name="connsiteX180" fmla="*/ 786774 w 12192000"/>
              <a:gd name="connsiteY180" fmla="*/ 62098 h 1126566"/>
              <a:gd name="connsiteX181" fmla="*/ 852003 w 12192000"/>
              <a:gd name="connsiteY181" fmla="*/ 61064 h 1126566"/>
              <a:gd name="connsiteX182" fmla="*/ 870719 w 12192000"/>
              <a:gd name="connsiteY182" fmla="*/ 47209 h 1126566"/>
              <a:gd name="connsiteX183" fmla="*/ 883786 w 12192000"/>
              <a:gd name="connsiteY183" fmla="*/ 45814 h 1126566"/>
              <a:gd name="connsiteX184" fmla="*/ 886400 w 12192000"/>
              <a:gd name="connsiteY184" fmla="*/ 43909 h 1126566"/>
              <a:gd name="connsiteX185" fmla="*/ 893881 w 12192000"/>
              <a:gd name="connsiteY185" fmla="*/ 40197 h 1126566"/>
              <a:gd name="connsiteX186" fmla="*/ 886282 w 12192000"/>
              <a:gd name="connsiteY186" fmla="*/ 36610 h 1126566"/>
              <a:gd name="connsiteX187" fmla="*/ 950274 w 12192000"/>
              <a:gd name="connsiteY187" fmla="*/ 20111 h 1126566"/>
              <a:gd name="connsiteX188" fmla="*/ 988432 w 12192000"/>
              <a:gd name="connsiteY188" fmla="*/ 24039 h 1126566"/>
              <a:gd name="connsiteX189" fmla="*/ 1048223 w 12192000"/>
              <a:gd name="connsiteY189" fmla="*/ 19791 h 1126566"/>
              <a:gd name="connsiteX190" fmla="*/ 1177886 w 12192000"/>
              <a:gd name="connsiteY190" fmla="*/ 30728 h 1126566"/>
              <a:gd name="connsiteX191" fmla="*/ 1305018 w 12192000"/>
              <a:gd name="connsiteY191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607823 w 12192000"/>
              <a:gd name="connsiteY149" fmla="*/ 357347 h 1126566"/>
              <a:gd name="connsiteX150" fmla="*/ 11664276 w 12192000"/>
              <a:gd name="connsiteY150" fmla="*/ 386951 h 1126566"/>
              <a:gd name="connsiteX151" fmla="*/ 11786197 w 12192000"/>
              <a:gd name="connsiteY151" fmla="*/ 477948 h 1126566"/>
              <a:gd name="connsiteX152" fmla="*/ 11866598 w 12192000"/>
              <a:gd name="connsiteY152" fmla="*/ 486803 h 1126566"/>
              <a:gd name="connsiteX153" fmla="*/ 11916744 w 12192000"/>
              <a:gd name="connsiteY153" fmla="*/ 502917 h 1126566"/>
              <a:gd name="connsiteX154" fmla="*/ 11949248 w 12192000"/>
              <a:gd name="connsiteY154" fmla="*/ 518881 h 1126566"/>
              <a:gd name="connsiteX155" fmla="*/ 11951002 w 12192000"/>
              <a:gd name="connsiteY155" fmla="*/ 518735 h 1126566"/>
              <a:gd name="connsiteX156" fmla="*/ 11957283 w 12192000"/>
              <a:gd name="connsiteY156" fmla="*/ 522828 h 1126566"/>
              <a:gd name="connsiteX157" fmla="*/ 11966535 w 12192000"/>
              <a:gd name="connsiteY157" fmla="*/ 527372 h 1126566"/>
              <a:gd name="connsiteX158" fmla="*/ 12026007 w 12192000"/>
              <a:gd name="connsiteY158" fmla="*/ 534384 h 1126566"/>
              <a:gd name="connsiteX159" fmla="*/ 12035188 w 12192000"/>
              <a:gd name="connsiteY159" fmla="*/ 529609 h 1126566"/>
              <a:gd name="connsiteX160" fmla="*/ 12115225 w 12192000"/>
              <a:gd name="connsiteY160" fmla="*/ 561895 h 1126566"/>
              <a:gd name="connsiteX161" fmla="*/ 12191636 w 12192000"/>
              <a:gd name="connsiteY161" fmla="*/ 558318 h 1126566"/>
              <a:gd name="connsiteX162" fmla="*/ 12192000 w 12192000"/>
              <a:gd name="connsiteY162" fmla="*/ 558295 h 1126566"/>
              <a:gd name="connsiteX163" fmla="*/ 12192000 w 12192000"/>
              <a:gd name="connsiteY163" fmla="*/ 1126566 h 1126566"/>
              <a:gd name="connsiteX164" fmla="*/ 0 w 12192000"/>
              <a:gd name="connsiteY164" fmla="*/ 1126566 h 1126566"/>
              <a:gd name="connsiteX165" fmla="*/ 0 w 12192000"/>
              <a:gd name="connsiteY165" fmla="*/ 401922 h 1126566"/>
              <a:gd name="connsiteX166" fmla="*/ 25242 w 12192000"/>
              <a:gd name="connsiteY166" fmla="*/ 388862 h 1126566"/>
              <a:gd name="connsiteX167" fmla="*/ 96922 w 12192000"/>
              <a:gd name="connsiteY167" fmla="*/ 357381 h 1126566"/>
              <a:gd name="connsiteX168" fmla="*/ 164580 w 12192000"/>
              <a:gd name="connsiteY168" fmla="*/ 322443 h 1126566"/>
              <a:gd name="connsiteX169" fmla="*/ 258712 w 12192000"/>
              <a:gd name="connsiteY169" fmla="*/ 286531 h 1126566"/>
              <a:gd name="connsiteX170" fmla="*/ 316354 w 12192000"/>
              <a:gd name="connsiteY170" fmla="*/ 238529 h 1126566"/>
              <a:gd name="connsiteX171" fmla="*/ 328834 w 12192000"/>
              <a:gd name="connsiteY171" fmla="*/ 240963 h 1126566"/>
              <a:gd name="connsiteX172" fmla="*/ 383414 w 12192000"/>
              <a:gd name="connsiteY172" fmla="*/ 221196 h 1126566"/>
              <a:gd name="connsiteX173" fmla="*/ 537708 w 12192000"/>
              <a:gd name="connsiteY173" fmla="*/ 119020 h 1126566"/>
              <a:gd name="connsiteX174" fmla="*/ 653257 w 12192000"/>
              <a:gd name="connsiteY174" fmla="*/ 91372 h 1126566"/>
              <a:gd name="connsiteX175" fmla="*/ 763197 w 12192000"/>
              <a:gd name="connsiteY175" fmla="*/ 59356 h 1126566"/>
              <a:gd name="connsiteX176" fmla="*/ 778208 w 12192000"/>
              <a:gd name="connsiteY176" fmla="*/ 63801 h 1126566"/>
              <a:gd name="connsiteX177" fmla="*/ 784725 w 12192000"/>
              <a:gd name="connsiteY177" fmla="*/ 62505 h 1126566"/>
              <a:gd name="connsiteX178" fmla="*/ 785400 w 12192000"/>
              <a:gd name="connsiteY178" fmla="*/ 62796 h 1126566"/>
              <a:gd name="connsiteX179" fmla="*/ 786774 w 12192000"/>
              <a:gd name="connsiteY179" fmla="*/ 62098 h 1126566"/>
              <a:gd name="connsiteX180" fmla="*/ 852003 w 12192000"/>
              <a:gd name="connsiteY180" fmla="*/ 61064 h 1126566"/>
              <a:gd name="connsiteX181" fmla="*/ 870719 w 12192000"/>
              <a:gd name="connsiteY181" fmla="*/ 47209 h 1126566"/>
              <a:gd name="connsiteX182" fmla="*/ 883786 w 12192000"/>
              <a:gd name="connsiteY182" fmla="*/ 45814 h 1126566"/>
              <a:gd name="connsiteX183" fmla="*/ 886400 w 12192000"/>
              <a:gd name="connsiteY183" fmla="*/ 43909 h 1126566"/>
              <a:gd name="connsiteX184" fmla="*/ 893881 w 12192000"/>
              <a:gd name="connsiteY184" fmla="*/ 40197 h 1126566"/>
              <a:gd name="connsiteX185" fmla="*/ 886282 w 12192000"/>
              <a:gd name="connsiteY185" fmla="*/ 36610 h 1126566"/>
              <a:gd name="connsiteX186" fmla="*/ 950274 w 12192000"/>
              <a:gd name="connsiteY186" fmla="*/ 20111 h 1126566"/>
              <a:gd name="connsiteX187" fmla="*/ 988432 w 12192000"/>
              <a:gd name="connsiteY187" fmla="*/ 24039 h 1126566"/>
              <a:gd name="connsiteX188" fmla="*/ 1048223 w 12192000"/>
              <a:gd name="connsiteY188" fmla="*/ 19791 h 1126566"/>
              <a:gd name="connsiteX189" fmla="*/ 1177886 w 12192000"/>
              <a:gd name="connsiteY189" fmla="*/ 30728 h 1126566"/>
              <a:gd name="connsiteX190" fmla="*/ 1305018 w 12192000"/>
              <a:gd name="connsiteY190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607823 w 12192000"/>
              <a:gd name="connsiteY149" fmla="*/ 357347 h 1126566"/>
              <a:gd name="connsiteX150" fmla="*/ 11664276 w 12192000"/>
              <a:gd name="connsiteY150" fmla="*/ 386951 h 1126566"/>
              <a:gd name="connsiteX151" fmla="*/ 11786197 w 12192000"/>
              <a:gd name="connsiteY151" fmla="*/ 477948 h 1126566"/>
              <a:gd name="connsiteX152" fmla="*/ 11866598 w 12192000"/>
              <a:gd name="connsiteY152" fmla="*/ 486803 h 1126566"/>
              <a:gd name="connsiteX153" fmla="*/ 11916744 w 12192000"/>
              <a:gd name="connsiteY153" fmla="*/ 502917 h 1126566"/>
              <a:gd name="connsiteX154" fmla="*/ 11949248 w 12192000"/>
              <a:gd name="connsiteY154" fmla="*/ 518881 h 1126566"/>
              <a:gd name="connsiteX155" fmla="*/ 11951002 w 12192000"/>
              <a:gd name="connsiteY155" fmla="*/ 518735 h 1126566"/>
              <a:gd name="connsiteX156" fmla="*/ 11957283 w 12192000"/>
              <a:gd name="connsiteY156" fmla="*/ 522828 h 1126566"/>
              <a:gd name="connsiteX157" fmla="*/ 12026007 w 12192000"/>
              <a:gd name="connsiteY157" fmla="*/ 534384 h 1126566"/>
              <a:gd name="connsiteX158" fmla="*/ 12035188 w 12192000"/>
              <a:gd name="connsiteY158" fmla="*/ 529609 h 1126566"/>
              <a:gd name="connsiteX159" fmla="*/ 12115225 w 12192000"/>
              <a:gd name="connsiteY159" fmla="*/ 561895 h 1126566"/>
              <a:gd name="connsiteX160" fmla="*/ 12191636 w 12192000"/>
              <a:gd name="connsiteY160" fmla="*/ 558318 h 1126566"/>
              <a:gd name="connsiteX161" fmla="*/ 12192000 w 12192000"/>
              <a:gd name="connsiteY161" fmla="*/ 558295 h 1126566"/>
              <a:gd name="connsiteX162" fmla="*/ 12192000 w 12192000"/>
              <a:gd name="connsiteY162" fmla="*/ 1126566 h 1126566"/>
              <a:gd name="connsiteX163" fmla="*/ 0 w 12192000"/>
              <a:gd name="connsiteY163" fmla="*/ 1126566 h 1126566"/>
              <a:gd name="connsiteX164" fmla="*/ 0 w 12192000"/>
              <a:gd name="connsiteY164" fmla="*/ 401922 h 1126566"/>
              <a:gd name="connsiteX165" fmla="*/ 25242 w 12192000"/>
              <a:gd name="connsiteY165" fmla="*/ 388862 h 1126566"/>
              <a:gd name="connsiteX166" fmla="*/ 96922 w 12192000"/>
              <a:gd name="connsiteY166" fmla="*/ 357381 h 1126566"/>
              <a:gd name="connsiteX167" fmla="*/ 164580 w 12192000"/>
              <a:gd name="connsiteY167" fmla="*/ 322443 h 1126566"/>
              <a:gd name="connsiteX168" fmla="*/ 258712 w 12192000"/>
              <a:gd name="connsiteY168" fmla="*/ 286531 h 1126566"/>
              <a:gd name="connsiteX169" fmla="*/ 316354 w 12192000"/>
              <a:gd name="connsiteY169" fmla="*/ 238529 h 1126566"/>
              <a:gd name="connsiteX170" fmla="*/ 328834 w 12192000"/>
              <a:gd name="connsiteY170" fmla="*/ 240963 h 1126566"/>
              <a:gd name="connsiteX171" fmla="*/ 383414 w 12192000"/>
              <a:gd name="connsiteY171" fmla="*/ 221196 h 1126566"/>
              <a:gd name="connsiteX172" fmla="*/ 537708 w 12192000"/>
              <a:gd name="connsiteY172" fmla="*/ 119020 h 1126566"/>
              <a:gd name="connsiteX173" fmla="*/ 653257 w 12192000"/>
              <a:gd name="connsiteY173" fmla="*/ 91372 h 1126566"/>
              <a:gd name="connsiteX174" fmla="*/ 763197 w 12192000"/>
              <a:gd name="connsiteY174" fmla="*/ 59356 h 1126566"/>
              <a:gd name="connsiteX175" fmla="*/ 778208 w 12192000"/>
              <a:gd name="connsiteY175" fmla="*/ 63801 h 1126566"/>
              <a:gd name="connsiteX176" fmla="*/ 784725 w 12192000"/>
              <a:gd name="connsiteY176" fmla="*/ 62505 h 1126566"/>
              <a:gd name="connsiteX177" fmla="*/ 785400 w 12192000"/>
              <a:gd name="connsiteY177" fmla="*/ 62796 h 1126566"/>
              <a:gd name="connsiteX178" fmla="*/ 786774 w 12192000"/>
              <a:gd name="connsiteY178" fmla="*/ 62098 h 1126566"/>
              <a:gd name="connsiteX179" fmla="*/ 852003 w 12192000"/>
              <a:gd name="connsiteY179" fmla="*/ 61064 h 1126566"/>
              <a:gd name="connsiteX180" fmla="*/ 870719 w 12192000"/>
              <a:gd name="connsiteY180" fmla="*/ 47209 h 1126566"/>
              <a:gd name="connsiteX181" fmla="*/ 883786 w 12192000"/>
              <a:gd name="connsiteY181" fmla="*/ 45814 h 1126566"/>
              <a:gd name="connsiteX182" fmla="*/ 886400 w 12192000"/>
              <a:gd name="connsiteY182" fmla="*/ 43909 h 1126566"/>
              <a:gd name="connsiteX183" fmla="*/ 893881 w 12192000"/>
              <a:gd name="connsiteY183" fmla="*/ 40197 h 1126566"/>
              <a:gd name="connsiteX184" fmla="*/ 886282 w 12192000"/>
              <a:gd name="connsiteY184" fmla="*/ 36610 h 1126566"/>
              <a:gd name="connsiteX185" fmla="*/ 950274 w 12192000"/>
              <a:gd name="connsiteY185" fmla="*/ 20111 h 1126566"/>
              <a:gd name="connsiteX186" fmla="*/ 988432 w 12192000"/>
              <a:gd name="connsiteY186" fmla="*/ 24039 h 1126566"/>
              <a:gd name="connsiteX187" fmla="*/ 1048223 w 12192000"/>
              <a:gd name="connsiteY187" fmla="*/ 19791 h 1126566"/>
              <a:gd name="connsiteX188" fmla="*/ 1177886 w 12192000"/>
              <a:gd name="connsiteY188" fmla="*/ 30728 h 1126566"/>
              <a:gd name="connsiteX189" fmla="*/ 1305018 w 12192000"/>
              <a:gd name="connsiteY189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49306 w 12192000"/>
              <a:gd name="connsiteY119" fmla="*/ 35204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607823 w 12192000"/>
              <a:gd name="connsiteY149" fmla="*/ 357347 h 1126566"/>
              <a:gd name="connsiteX150" fmla="*/ 11664276 w 12192000"/>
              <a:gd name="connsiteY150" fmla="*/ 386951 h 1126566"/>
              <a:gd name="connsiteX151" fmla="*/ 11786197 w 12192000"/>
              <a:gd name="connsiteY151" fmla="*/ 477948 h 1126566"/>
              <a:gd name="connsiteX152" fmla="*/ 11866598 w 12192000"/>
              <a:gd name="connsiteY152" fmla="*/ 486803 h 1126566"/>
              <a:gd name="connsiteX153" fmla="*/ 11916744 w 12192000"/>
              <a:gd name="connsiteY153" fmla="*/ 502917 h 1126566"/>
              <a:gd name="connsiteX154" fmla="*/ 11949248 w 12192000"/>
              <a:gd name="connsiteY154" fmla="*/ 518881 h 1126566"/>
              <a:gd name="connsiteX155" fmla="*/ 11951002 w 12192000"/>
              <a:gd name="connsiteY155" fmla="*/ 518735 h 1126566"/>
              <a:gd name="connsiteX156" fmla="*/ 12026007 w 12192000"/>
              <a:gd name="connsiteY156" fmla="*/ 534384 h 1126566"/>
              <a:gd name="connsiteX157" fmla="*/ 12035188 w 12192000"/>
              <a:gd name="connsiteY157" fmla="*/ 529609 h 1126566"/>
              <a:gd name="connsiteX158" fmla="*/ 12115225 w 12192000"/>
              <a:gd name="connsiteY158" fmla="*/ 561895 h 1126566"/>
              <a:gd name="connsiteX159" fmla="*/ 12191636 w 12192000"/>
              <a:gd name="connsiteY159" fmla="*/ 558318 h 1126566"/>
              <a:gd name="connsiteX160" fmla="*/ 12192000 w 12192000"/>
              <a:gd name="connsiteY160" fmla="*/ 558295 h 1126566"/>
              <a:gd name="connsiteX161" fmla="*/ 12192000 w 12192000"/>
              <a:gd name="connsiteY161" fmla="*/ 1126566 h 1126566"/>
              <a:gd name="connsiteX162" fmla="*/ 0 w 12192000"/>
              <a:gd name="connsiteY162" fmla="*/ 1126566 h 1126566"/>
              <a:gd name="connsiteX163" fmla="*/ 0 w 12192000"/>
              <a:gd name="connsiteY163" fmla="*/ 401922 h 1126566"/>
              <a:gd name="connsiteX164" fmla="*/ 25242 w 12192000"/>
              <a:gd name="connsiteY164" fmla="*/ 388862 h 1126566"/>
              <a:gd name="connsiteX165" fmla="*/ 96922 w 12192000"/>
              <a:gd name="connsiteY165" fmla="*/ 357381 h 1126566"/>
              <a:gd name="connsiteX166" fmla="*/ 164580 w 12192000"/>
              <a:gd name="connsiteY166" fmla="*/ 322443 h 1126566"/>
              <a:gd name="connsiteX167" fmla="*/ 258712 w 12192000"/>
              <a:gd name="connsiteY167" fmla="*/ 286531 h 1126566"/>
              <a:gd name="connsiteX168" fmla="*/ 316354 w 12192000"/>
              <a:gd name="connsiteY168" fmla="*/ 238529 h 1126566"/>
              <a:gd name="connsiteX169" fmla="*/ 328834 w 12192000"/>
              <a:gd name="connsiteY169" fmla="*/ 240963 h 1126566"/>
              <a:gd name="connsiteX170" fmla="*/ 383414 w 12192000"/>
              <a:gd name="connsiteY170" fmla="*/ 221196 h 1126566"/>
              <a:gd name="connsiteX171" fmla="*/ 537708 w 12192000"/>
              <a:gd name="connsiteY171" fmla="*/ 119020 h 1126566"/>
              <a:gd name="connsiteX172" fmla="*/ 653257 w 12192000"/>
              <a:gd name="connsiteY172" fmla="*/ 91372 h 1126566"/>
              <a:gd name="connsiteX173" fmla="*/ 763197 w 12192000"/>
              <a:gd name="connsiteY173" fmla="*/ 59356 h 1126566"/>
              <a:gd name="connsiteX174" fmla="*/ 778208 w 12192000"/>
              <a:gd name="connsiteY174" fmla="*/ 63801 h 1126566"/>
              <a:gd name="connsiteX175" fmla="*/ 784725 w 12192000"/>
              <a:gd name="connsiteY175" fmla="*/ 62505 h 1126566"/>
              <a:gd name="connsiteX176" fmla="*/ 785400 w 12192000"/>
              <a:gd name="connsiteY176" fmla="*/ 62796 h 1126566"/>
              <a:gd name="connsiteX177" fmla="*/ 786774 w 12192000"/>
              <a:gd name="connsiteY177" fmla="*/ 62098 h 1126566"/>
              <a:gd name="connsiteX178" fmla="*/ 852003 w 12192000"/>
              <a:gd name="connsiteY178" fmla="*/ 61064 h 1126566"/>
              <a:gd name="connsiteX179" fmla="*/ 870719 w 12192000"/>
              <a:gd name="connsiteY179" fmla="*/ 47209 h 1126566"/>
              <a:gd name="connsiteX180" fmla="*/ 883786 w 12192000"/>
              <a:gd name="connsiteY180" fmla="*/ 45814 h 1126566"/>
              <a:gd name="connsiteX181" fmla="*/ 886400 w 12192000"/>
              <a:gd name="connsiteY181" fmla="*/ 43909 h 1126566"/>
              <a:gd name="connsiteX182" fmla="*/ 893881 w 12192000"/>
              <a:gd name="connsiteY182" fmla="*/ 40197 h 1126566"/>
              <a:gd name="connsiteX183" fmla="*/ 886282 w 12192000"/>
              <a:gd name="connsiteY183" fmla="*/ 36610 h 1126566"/>
              <a:gd name="connsiteX184" fmla="*/ 950274 w 12192000"/>
              <a:gd name="connsiteY184" fmla="*/ 20111 h 1126566"/>
              <a:gd name="connsiteX185" fmla="*/ 988432 w 12192000"/>
              <a:gd name="connsiteY185" fmla="*/ 24039 h 1126566"/>
              <a:gd name="connsiteX186" fmla="*/ 1048223 w 12192000"/>
              <a:gd name="connsiteY186" fmla="*/ 19791 h 1126566"/>
              <a:gd name="connsiteX187" fmla="*/ 1177886 w 12192000"/>
              <a:gd name="connsiteY187" fmla="*/ 30728 h 1126566"/>
              <a:gd name="connsiteX188" fmla="*/ 1305018 w 12192000"/>
              <a:gd name="connsiteY188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057432 w 12192000"/>
              <a:gd name="connsiteY112" fmla="*/ 421938 h 1126566"/>
              <a:gd name="connsiteX113" fmla="*/ 10121534 w 12192000"/>
              <a:gd name="connsiteY113" fmla="*/ 437514 h 1126566"/>
              <a:gd name="connsiteX114" fmla="*/ 10199200 w 12192000"/>
              <a:gd name="connsiteY114" fmla="*/ 438197 h 1126566"/>
              <a:gd name="connsiteX115" fmla="*/ 10245648 w 12192000"/>
              <a:gd name="connsiteY115" fmla="*/ 438831 h 1126566"/>
              <a:gd name="connsiteX116" fmla="*/ 10369590 w 12192000"/>
              <a:gd name="connsiteY116" fmla="*/ 423377 h 1126566"/>
              <a:gd name="connsiteX117" fmla="*/ 10575777 w 12192000"/>
              <a:gd name="connsiteY117" fmla="*/ 355859 h 1126566"/>
              <a:gd name="connsiteX118" fmla="*/ 10638984 w 12192000"/>
              <a:gd name="connsiteY118" fmla="*/ 347416 h 1126566"/>
              <a:gd name="connsiteX119" fmla="*/ 10668356 w 12192000"/>
              <a:gd name="connsiteY119" fmla="*/ 340612 h 1126566"/>
              <a:gd name="connsiteX120" fmla="*/ 10732175 w 12192000"/>
              <a:gd name="connsiteY120" fmla="*/ 317549 h 1126566"/>
              <a:gd name="connsiteX121" fmla="*/ 10862886 w 12192000"/>
              <a:gd name="connsiteY121" fmla="*/ 313438 h 1126566"/>
              <a:gd name="connsiteX122" fmla="*/ 10963063 w 12192000"/>
              <a:gd name="connsiteY122" fmla="*/ 317771 h 1126566"/>
              <a:gd name="connsiteX123" fmla="*/ 11018562 w 12192000"/>
              <a:gd name="connsiteY123" fmla="*/ 316991 h 1126566"/>
              <a:gd name="connsiteX124" fmla="*/ 11059692 w 12192000"/>
              <a:gd name="connsiteY124" fmla="*/ 319983 h 1126566"/>
              <a:gd name="connsiteX125" fmla="*/ 11160371 w 12192000"/>
              <a:gd name="connsiteY125" fmla="*/ 308440 h 1126566"/>
              <a:gd name="connsiteX126" fmla="*/ 11178386 w 12192000"/>
              <a:gd name="connsiteY126" fmla="*/ 299490 h 1126566"/>
              <a:gd name="connsiteX127" fmla="*/ 11192494 w 12192000"/>
              <a:gd name="connsiteY127" fmla="*/ 296221 h 1126566"/>
              <a:gd name="connsiteX128" fmla="*/ 11199770 w 12192000"/>
              <a:gd name="connsiteY128" fmla="*/ 299772 h 1126566"/>
              <a:gd name="connsiteX129" fmla="*/ 11217258 w 12192000"/>
              <a:gd name="connsiteY129" fmla="*/ 293681 h 1126566"/>
              <a:gd name="connsiteX130" fmla="*/ 11245798 w 12192000"/>
              <a:gd name="connsiteY130" fmla="*/ 292170 h 1126566"/>
              <a:gd name="connsiteX131" fmla="*/ 11255992 w 12192000"/>
              <a:gd name="connsiteY131" fmla="*/ 291919 h 1126566"/>
              <a:gd name="connsiteX132" fmla="*/ 11264859 w 12192000"/>
              <a:gd name="connsiteY132" fmla="*/ 293937 h 1126566"/>
              <a:gd name="connsiteX133" fmla="*/ 11276151 w 12192000"/>
              <a:gd name="connsiteY133" fmla="*/ 293070 h 1126566"/>
              <a:gd name="connsiteX134" fmla="*/ 11279850 w 12192000"/>
              <a:gd name="connsiteY134" fmla="*/ 291330 h 1126566"/>
              <a:gd name="connsiteX135" fmla="*/ 11290818 w 12192000"/>
              <a:gd name="connsiteY135" fmla="*/ 291060 h 1126566"/>
              <a:gd name="connsiteX136" fmla="*/ 11296248 w 12192000"/>
              <a:gd name="connsiteY136" fmla="*/ 290163 h 1126566"/>
              <a:gd name="connsiteX137" fmla="*/ 11301652 w 12192000"/>
              <a:gd name="connsiteY137" fmla="*/ 290324 h 1126566"/>
              <a:gd name="connsiteX138" fmla="*/ 11339114 w 12192000"/>
              <a:gd name="connsiteY138" fmla="*/ 288153 h 1126566"/>
              <a:gd name="connsiteX139" fmla="*/ 11345146 w 12192000"/>
              <a:gd name="connsiteY139" fmla="*/ 290802 h 1126566"/>
              <a:gd name="connsiteX140" fmla="*/ 11400126 w 12192000"/>
              <a:gd name="connsiteY140" fmla="*/ 292287 h 1126566"/>
              <a:gd name="connsiteX141" fmla="*/ 11400420 w 12192000"/>
              <a:gd name="connsiteY141" fmla="*/ 293758 h 1126566"/>
              <a:gd name="connsiteX142" fmla="*/ 11413889 w 12192000"/>
              <a:gd name="connsiteY142" fmla="*/ 300516 h 1126566"/>
              <a:gd name="connsiteX143" fmla="*/ 11440688 w 12192000"/>
              <a:gd name="connsiteY143" fmla="*/ 310121 h 1126566"/>
              <a:gd name="connsiteX144" fmla="*/ 11496733 w 12192000"/>
              <a:gd name="connsiteY144" fmla="*/ 350225 h 1126566"/>
              <a:gd name="connsiteX145" fmla="*/ 11554005 w 12192000"/>
              <a:gd name="connsiteY145" fmla="*/ 351933 h 1126566"/>
              <a:gd name="connsiteX146" fmla="*/ 11565304 w 12192000"/>
              <a:gd name="connsiteY146" fmla="*/ 353069 h 1126566"/>
              <a:gd name="connsiteX147" fmla="*/ 11565435 w 12192000"/>
              <a:gd name="connsiteY147" fmla="*/ 353419 h 1126566"/>
              <a:gd name="connsiteX148" fmla="*/ 11577168 w 12192000"/>
              <a:gd name="connsiteY148" fmla="*/ 355270 h 1126566"/>
              <a:gd name="connsiteX149" fmla="*/ 11607823 w 12192000"/>
              <a:gd name="connsiteY149" fmla="*/ 357347 h 1126566"/>
              <a:gd name="connsiteX150" fmla="*/ 11664276 w 12192000"/>
              <a:gd name="connsiteY150" fmla="*/ 386951 h 1126566"/>
              <a:gd name="connsiteX151" fmla="*/ 11786197 w 12192000"/>
              <a:gd name="connsiteY151" fmla="*/ 477948 h 1126566"/>
              <a:gd name="connsiteX152" fmla="*/ 11866598 w 12192000"/>
              <a:gd name="connsiteY152" fmla="*/ 486803 h 1126566"/>
              <a:gd name="connsiteX153" fmla="*/ 11916744 w 12192000"/>
              <a:gd name="connsiteY153" fmla="*/ 502917 h 1126566"/>
              <a:gd name="connsiteX154" fmla="*/ 11949248 w 12192000"/>
              <a:gd name="connsiteY154" fmla="*/ 518881 h 1126566"/>
              <a:gd name="connsiteX155" fmla="*/ 11951002 w 12192000"/>
              <a:gd name="connsiteY155" fmla="*/ 518735 h 1126566"/>
              <a:gd name="connsiteX156" fmla="*/ 12026007 w 12192000"/>
              <a:gd name="connsiteY156" fmla="*/ 534384 h 1126566"/>
              <a:gd name="connsiteX157" fmla="*/ 12035188 w 12192000"/>
              <a:gd name="connsiteY157" fmla="*/ 529609 h 1126566"/>
              <a:gd name="connsiteX158" fmla="*/ 12115225 w 12192000"/>
              <a:gd name="connsiteY158" fmla="*/ 561895 h 1126566"/>
              <a:gd name="connsiteX159" fmla="*/ 12191636 w 12192000"/>
              <a:gd name="connsiteY159" fmla="*/ 558318 h 1126566"/>
              <a:gd name="connsiteX160" fmla="*/ 12192000 w 12192000"/>
              <a:gd name="connsiteY160" fmla="*/ 558295 h 1126566"/>
              <a:gd name="connsiteX161" fmla="*/ 12192000 w 12192000"/>
              <a:gd name="connsiteY161" fmla="*/ 1126566 h 1126566"/>
              <a:gd name="connsiteX162" fmla="*/ 0 w 12192000"/>
              <a:gd name="connsiteY162" fmla="*/ 1126566 h 1126566"/>
              <a:gd name="connsiteX163" fmla="*/ 0 w 12192000"/>
              <a:gd name="connsiteY163" fmla="*/ 401922 h 1126566"/>
              <a:gd name="connsiteX164" fmla="*/ 25242 w 12192000"/>
              <a:gd name="connsiteY164" fmla="*/ 388862 h 1126566"/>
              <a:gd name="connsiteX165" fmla="*/ 96922 w 12192000"/>
              <a:gd name="connsiteY165" fmla="*/ 357381 h 1126566"/>
              <a:gd name="connsiteX166" fmla="*/ 164580 w 12192000"/>
              <a:gd name="connsiteY166" fmla="*/ 322443 h 1126566"/>
              <a:gd name="connsiteX167" fmla="*/ 258712 w 12192000"/>
              <a:gd name="connsiteY167" fmla="*/ 286531 h 1126566"/>
              <a:gd name="connsiteX168" fmla="*/ 316354 w 12192000"/>
              <a:gd name="connsiteY168" fmla="*/ 238529 h 1126566"/>
              <a:gd name="connsiteX169" fmla="*/ 328834 w 12192000"/>
              <a:gd name="connsiteY169" fmla="*/ 240963 h 1126566"/>
              <a:gd name="connsiteX170" fmla="*/ 383414 w 12192000"/>
              <a:gd name="connsiteY170" fmla="*/ 221196 h 1126566"/>
              <a:gd name="connsiteX171" fmla="*/ 537708 w 12192000"/>
              <a:gd name="connsiteY171" fmla="*/ 119020 h 1126566"/>
              <a:gd name="connsiteX172" fmla="*/ 653257 w 12192000"/>
              <a:gd name="connsiteY172" fmla="*/ 91372 h 1126566"/>
              <a:gd name="connsiteX173" fmla="*/ 763197 w 12192000"/>
              <a:gd name="connsiteY173" fmla="*/ 59356 h 1126566"/>
              <a:gd name="connsiteX174" fmla="*/ 778208 w 12192000"/>
              <a:gd name="connsiteY174" fmla="*/ 63801 h 1126566"/>
              <a:gd name="connsiteX175" fmla="*/ 784725 w 12192000"/>
              <a:gd name="connsiteY175" fmla="*/ 62505 h 1126566"/>
              <a:gd name="connsiteX176" fmla="*/ 785400 w 12192000"/>
              <a:gd name="connsiteY176" fmla="*/ 62796 h 1126566"/>
              <a:gd name="connsiteX177" fmla="*/ 786774 w 12192000"/>
              <a:gd name="connsiteY177" fmla="*/ 62098 h 1126566"/>
              <a:gd name="connsiteX178" fmla="*/ 852003 w 12192000"/>
              <a:gd name="connsiteY178" fmla="*/ 61064 h 1126566"/>
              <a:gd name="connsiteX179" fmla="*/ 870719 w 12192000"/>
              <a:gd name="connsiteY179" fmla="*/ 47209 h 1126566"/>
              <a:gd name="connsiteX180" fmla="*/ 883786 w 12192000"/>
              <a:gd name="connsiteY180" fmla="*/ 45814 h 1126566"/>
              <a:gd name="connsiteX181" fmla="*/ 886400 w 12192000"/>
              <a:gd name="connsiteY181" fmla="*/ 43909 h 1126566"/>
              <a:gd name="connsiteX182" fmla="*/ 893881 w 12192000"/>
              <a:gd name="connsiteY182" fmla="*/ 40197 h 1126566"/>
              <a:gd name="connsiteX183" fmla="*/ 886282 w 12192000"/>
              <a:gd name="connsiteY183" fmla="*/ 36610 h 1126566"/>
              <a:gd name="connsiteX184" fmla="*/ 950274 w 12192000"/>
              <a:gd name="connsiteY184" fmla="*/ 20111 h 1126566"/>
              <a:gd name="connsiteX185" fmla="*/ 988432 w 12192000"/>
              <a:gd name="connsiteY185" fmla="*/ 24039 h 1126566"/>
              <a:gd name="connsiteX186" fmla="*/ 1048223 w 12192000"/>
              <a:gd name="connsiteY186" fmla="*/ 19791 h 1126566"/>
              <a:gd name="connsiteX187" fmla="*/ 1177886 w 12192000"/>
              <a:gd name="connsiteY187" fmla="*/ 30728 h 1126566"/>
              <a:gd name="connsiteX188" fmla="*/ 1305018 w 12192000"/>
              <a:gd name="connsiteY188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038815 w 12192000"/>
              <a:gd name="connsiteY111" fmla="*/ 419316 h 1126566"/>
              <a:gd name="connsiteX112" fmla="*/ 10121534 w 12192000"/>
              <a:gd name="connsiteY112" fmla="*/ 437514 h 1126566"/>
              <a:gd name="connsiteX113" fmla="*/ 10199200 w 12192000"/>
              <a:gd name="connsiteY113" fmla="*/ 438197 h 1126566"/>
              <a:gd name="connsiteX114" fmla="*/ 10245648 w 12192000"/>
              <a:gd name="connsiteY114" fmla="*/ 438831 h 1126566"/>
              <a:gd name="connsiteX115" fmla="*/ 10369590 w 12192000"/>
              <a:gd name="connsiteY115" fmla="*/ 423377 h 1126566"/>
              <a:gd name="connsiteX116" fmla="*/ 10575777 w 12192000"/>
              <a:gd name="connsiteY116" fmla="*/ 355859 h 1126566"/>
              <a:gd name="connsiteX117" fmla="*/ 10638984 w 12192000"/>
              <a:gd name="connsiteY117" fmla="*/ 347416 h 1126566"/>
              <a:gd name="connsiteX118" fmla="*/ 10668356 w 12192000"/>
              <a:gd name="connsiteY118" fmla="*/ 340612 h 1126566"/>
              <a:gd name="connsiteX119" fmla="*/ 10732175 w 12192000"/>
              <a:gd name="connsiteY119" fmla="*/ 317549 h 1126566"/>
              <a:gd name="connsiteX120" fmla="*/ 10862886 w 12192000"/>
              <a:gd name="connsiteY120" fmla="*/ 313438 h 1126566"/>
              <a:gd name="connsiteX121" fmla="*/ 10963063 w 12192000"/>
              <a:gd name="connsiteY121" fmla="*/ 317771 h 1126566"/>
              <a:gd name="connsiteX122" fmla="*/ 11018562 w 12192000"/>
              <a:gd name="connsiteY122" fmla="*/ 316991 h 1126566"/>
              <a:gd name="connsiteX123" fmla="*/ 11059692 w 12192000"/>
              <a:gd name="connsiteY123" fmla="*/ 319983 h 1126566"/>
              <a:gd name="connsiteX124" fmla="*/ 11160371 w 12192000"/>
              <a:gd name="connsiteY124" fmla="*/ 308440 h 1126566"/>
              <a:gd name="connsiteX125" fmla="*/ 11178386 w 12192000"/>
              <a:gd name="connsiteY125" fmla="*/ 299490 h 1126566"/>
              <a:gd name="connsiteX126" fmla="*/ 11192494 w 12192000"/>
              <a:gd name="connsiteY126" fmla="*/ 296221 h 1126566"/>
              <a:gd name="connsiteX127" fmla="*/ 11199770 w 12192000"/>
              <a:gd name="connsiteY127" fmla="*/ 299772 h 1126566"/>
              <a:gd name="connsiteX128" fmla="*/ 11217258 w 12192000"/>
              <a:gd name="connsiteY128" fmla="*/ 293681 h 1126566"/>
              <a:gd name="connsiteX129" fmla="*/ 11245798 w 12192000"/>
              <a:gd name="connsiteY129" fmla="*/ 292170 h 1126566"/>
              <a:gd name="connsiteX130" fmla="*/ 11255992 w 12192000"/>
              <a:gd name="connsiteY130" fmla="*/ 291919 h 1126566"/>
              <a:gd name="connsiteX131" fmla="*/ 11264859 w 12192000"/>
              <a:gd name="connsiteY131" fmla="*/ 293937 h 1126566"/>
              <a:gd name="connsiteX132" fmla="*/ 11276151 w 12192000"/>
              <a:gd name="connsiteY132" fmla="*/ 293070 h 1126566"/>
              <a:gd name="connsiteX133" fmla="*/ 11279850 w 12192000"/>
              <a:gd name="connsiteY133" fmla="*/ 291330 h 1126566"/>
              <a:gd name="connsiteX134" fmla="*/ 11290818 w 12192000"/>
              <a:gd name="connsiteY134" fmla="*/ 291060 h 1126566"/>
              <a:gd name="connsiteX135" fmla="*/ 11296248 w 12192000"/>
              <a:gd name="connsiteY135" fmla="*/ 290163 h 1126566"/>
              <a:gd name="connsiteX136" fmla="*/ 11301652 w 12192000"/>
              <a:gd name="connsiteY136" fmla="*/ 290324 h 1126566"/>
              <a:gd name="connsiteX137" fmla="*/ 11339114 w 12192000"/>
              <a:gd name="connsiteY137" fmla="*/ 288153 h 1126566"/>
              <a:gd name="connsiteX138" fmla="*/ 11345146 w 12192000"/>
              <a:gd name="connsiteY138" fmla="*/ 290802 h 1126566"/>
              <a:gd name="connsiteX139" fmla="*/ 11400126 w 12192000"/>
              <a:gd name="connsiteY139" fmla="*/ 292287 h 1126566"/>
              <a:gd name="connsiteX140" fmla="*/ 11400420 w 12192000"/>
              <a:gd name="connsiteY140" fmla="*/ 293758 h 1126566"/>
              <a:gd name="connsiteX141" fmla="*/ 11413889 w 12192000"/>
              <a:gd name="connsiteY141" fmla="*/ 300516 h 1126566"/>
              <a:gd name="connsiteX142" fmla="*/ 11440688 w 12192000"/>
              <a:gd name="connsiteY142" fmla="*/ 310121 h 1126566"/>
              <a:gd name="connsiteX143" fmla="*/ 11496733 w 12192000"/>
              <a:gd name="connsiteY143" fmla="*/ 350225 h 1126566"/>
              <a:gd name="connsiteX144" fmla="*/ 11554005 w 12192000"/>
              <a:gd name="connsiteY144" fmla="*/ 351933 h 1126566"/>
              <a:gd name="connsiteX145" fmla="*/ 11565304 w 12192000"/>
              <a:gd name="connsiteY145" fmla="*/ 353069 h 1126566"/>
              <a:gd name="connsiteX146" fmla="*/ 11565435 w 12192000"/>
              <a:gd name="connsiteY146" fmla="*/ 353419 h 1126566"/>
              <a:gd name="connsiteX147" fmla="*/ 11577168 w 12192000"/>
              <a:gd name="connsiteY147" fmla="*/ 355270 h 1126566"/>
              <a:gd name="connsiteX148" fmla="*/ 11607823 w 12192000"/>
              <a:gd name="connsiteY148" fmla="*/ 357347 h 1126566"/>
              <a:gd name="connsiteX149" fmla="*/ 11664276 w 12192000"/>
              <a:gd name="connsiteY149" fmla="*/ 386951 h 1126566"/>
              <a:gd name="connsiteX150" fmla="*/ 11786197 w 12192000"/>
              <a:gd name="connsiteY150" fmla="*/ 477948 h 1126566"/>
              <a:gd name="connsiteX151" fmla="*/ 11866598 w 12192000"/>
              <a:gd name="connsiteY151" fmla="*/ 486803 h 1126566"/>
              <a:gd name="connsiteX152" fmla="*/ 11916744 w 12192000"/>
              <a:gd name="connsiteY152" fmla="*/ 502917 h 1126566"/>
              <a:gd name="connsiteX153" fmla="*/ 11949248 w 12192000"/>
              <a:gd name="connsiteY153" fmla="*/ 518881 h 1126566"/>
              <a:gd name="connsiteX154" fmla="*/ 11951002 w 12192000"/>
              <a:gd name="connsiteY154" fmla="*/ 518735 h 1126566"/>
              <a:gd name="connsiteX155" fmla="*/ 12026007 w 12192000"/>
              <a:gd name="connsiteY155" fmla="*/ 534384 h 1126566"/>
              <a:gd name="connsiteX156" fmla="*/ 12035188 w 12192000"/>
              <a:gd name="connsiteY156" fmla="*/ 529609 h 1126566"/>
              <a:gd name="connsiteX157" fmla="*/ 12115225 w 12192000"/>
              <a:gd name="connsiteY157" fmla="*/ 561895 h 1126566"/>
              <a:gd name="connsiteX158" fmla="*/ 12191636 w 12192000"/>
              <a:gd name="connsiteY158" fmla="*/ 558318 h 1126566"/>
              <a:gd name="connsiteX159" fmla="*/ 12192000 w 12192000"/>
              <a:gd name="connsiteY159" fmla="*/ 558295 h 1126566"/>
              <a:gd name="connsiteX160" fmla="*/ 12192000 w 12192000"/>
              <a:gd name="connsiteY160" fmla="*/ 1126566 h 1126566"/>
              <a:gd name="connsiteX161" fmla="*/ 0 w 12192000"/>
              <a:gd name="connsiteY161" fmla="*/ 1126566 h 1126566"/>
              <a:gd name="connsiteX162" fmla="*/ 0 w 12192000"/>
              <a:gd name="connsiteY162" fmla="*/ 401922 h 1126566"/>
              <a:gd name="connsiteX163" fmla="*/ 25242 w 12192000"/>
              <a:gd name="connsiteY163" fmla="*/ 388862 h 1126566"/>
              <a:gd name="connsiteX164" fmla="*/ 96922 w 12192000"/>
              <a:gd name="connsiteY164" fmla="*/ 357381 h 1126566"/>
              <a:gd name="connsiteX165" fmla="*/ 164580 w 12192000"/>
              <a:gd name="connsiteY165" fmla="*/ 322443 h 1126566"/>
              <a:gd name="connsiteX166" fmla="*/ 258712 w 12192000"/>
              <a:gd name="connsiteY166" fmla="*/ 286531 h 1126566"/>
              <a:gd name="connsiteX167" fmla="*/ 316354 w 12192000"/>
              <a:gd name="connsiteY167" fmla="*/ 238529 h 1126566"/>
              <a:gd name="connsiteX168" fmla="*/ 328834 w 12192000"/>
              <a:gd name="connsiteY168" fmla="*/ 240963 h 1126566"/>
              <a:gd name="connsiteX169" fmla="*/ 383414 w 12192000"/>
              <a:gd name="connsiteY169" fmla="*/ 221196 h 1126566"/>
              <a:gd name="connsiteX170" fmla="*/ 537708 w 12192000"/>
              <a:gd name="connsiteY170" fmla="*/ 119020 h 1126566"/>
              <a:gd name="connsiteX171" fmla="*/ 653257 w 12192000"/>
              <a:gd name="connsiteY171" fmla="*/ 91372 h 1126566"/>
              <a:gd name="connsiteX172" fmla="*/ 763197 w 12192000"/>
              <a:gd name="connsiteY172" fmla="*/ 59356 h 1126566"/>
              <a:gd name="connsiteX173" fmla="*/ 778208 w 12192000"/>
              <a:gd name="connsiteY173" fmla="*/ 63801 h 1126566"/>
              <a:gd name="connsiteX174" fmla="*/ 784725 w 12192000"/>
              <a:gd name="connsiteY174" fmla="*/ 62505 h 1126566"/>
              <a:gd name="connsiteX175" fmla="*/ 785400 w 12192000"/>
              <a:gd name="connsiteY175" fmla="*/ 62796 h 1126566"/>
              <a:gd name="connsiteX176" fmla="*/ 786774 w 12192000"/>
              <a:gd name="connsiteY176" fmla="*/ 62098 h 1126566"/>
              <a:gd name="connsiteX177" fmla="*/ 852003 w 12192000"/>
              <a:gd name="connsiteY177" fmla="*/ 61064 h 1126566"/>
              <a:gd name="connsiteX178" fmla="*/ 870719 w 12192000"/>
              <a:gd name="connsiteY178" fmla="*/ 47209 h 1126566"/>
              <a:gd name="connsiteX179" fmla="*/ 883786 w 12192000"/>
              <a:gd name="connsiteY179" fmla="*/ 45814 h 1126566"/>
              <a:gd name="connsiteX180" fmla="*/ 886400 w 12192000"/>
              <a:gd name="connsiteY180" fmla="*/ 43909 h 1126566"/>
              <a:gd name="connsiteX181" fmla="*/ 893881 w 12192000"/>
              <a:gd name="connsiteY181" fmla="*/ 40197 h 1126566"/>
              <a:gd name="connsiteX182" fmla="*/ 886282 w 12192000"/>
              <a:gd name="connsiteY182" fmla="*/ 36610 h 1126566"/>
              <a:gd name="connsiteX183" fmla="*/ 950274 w 12192000"/>
              <a:gd name="connsiteY183" fmla="*/ 20111 h 1126566"/>
              <a:gd name="connsiteX184" fmla="*/ 988432 w 12192000"/>
              <a:gd name="connsiteY184" fmla="*/ 24039 h 1126566"/>
              <a:gd name="connsiteX185" fmla="*/ 1048223 w 12192000"/>
              <a:gd name="connsiteY185" fmla="*/ 19791 h 1126566"/>
              <a:gd name="connsiteX186" fmla="*/ 1177886 w 12192000"/>
              <a:gd name="connsiteY186" fmla="*/ 30728 h 1126566"/>
              <a:gd name="connsiteX187" fmla="*/ 1305018 w 12192000"/>
              <a:gd name="connsiteY187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121534 w 12192000"/>
              <a:gd name="connsiteY111" fmla="*/ 437514 h 1126566"/>
              <a:gd name="connsiteX112" fmla="*/ 10199200 w 12192000"/>
              <a:gd name="connsiteY112" fmla="*/ 438197 h 1126566"/>
              <a:gd name="connsiteX113" fmla="*/ 10245648 w 12192000"/>
              <a:gd name="connsiteY113" fmla="*/ 438831 h 1126566"/>
              <a:gd name="connsiteX114" fmla="*/ 10369590 w 12192000"/>
              <a:gd name="connsiteY114" fmla="*/ 423377 h 1126566"/>
              <a:gd name="connsiteX115" fmla="*/ 10575777 w 12192000"/>
              <a:gd name="connsiteY115" fmla="*/ 355859 h 1126566"/>
              <a:gd name="connsiteX116" fmla="*/ 10638984 w 12192000"/>
              <a:gd name="connsiteY116" fmla="*/ 347416 h 1126566"/>
              <a:gd name="connsiteX117" fmla="*/ 10668356 w 12192000"/>
              <a:gd name="connsiteY117" fmla="*/ 340612 h 1126566"/>
              <a:gd name="connsiteX118" fmla="*/ 10732175 w 12192000"/>
              <a:gd name="connsiteY118" fmla="*/ 317549 h 1126566"/>
              <a:gd name="connsiteX119" fmla="*/ 10862886 w 12192000"/>
              <a:gd name="connsiteY119" fmla="*/ 313438 h 1126566"/>
              <a:gd name="connsiteX120" fmla="*/ 10963063 w 12192000"/>
              <a:gd name="connsiteY120" fmla="*/ 317771 h 1126566"/>
              <a:gd name="connsiteX121" fmla="*/ 11018562 w 12192000"/>
              <a:gd name="connsiteY121" fmla="*/ 316991 h 1126566"/>
              <a:gd name="connsiteX122" fmla="*/ 11059692 w 12192000"/>
              <a:gd name="connsiteY122" fmla="*/ 319983 h 1126566"/>
              <a:gd name="connsiteX123" fmla="*/ 11160371 w 12192000"/>
              <a:gd name="connsiteY123" fmla="*/ 308440 h 1126566"/>
              <a:gd name="connsiteX124" fmla="*/ 11178386 w 12192000"/>
              <a:gd name="connsiteY124" fmla="*/ 299490 h 1126566"/>
              <a:gd name="connsiteX125" fmla="*/ 11192494 w 12192000"/>
              <a:gd name="connsiteY125" fmla="*/ 296221 h 1126566"/>
              <a:gd name="connsiteX126" fmla="*/ 11199770 w 12192000"/>
              <a:gd name="connsiteY126" fmla="*/ 299772 h 1126566"/>
              <a:gd name="connsiteX127" fmla="*/ 11217258 w 12192000"/>
              <a:gd name="connsiteY127" fmla="*/ 293681 h 1126566"/>
              <a:gd name="connsiteX128" fmla="*/ 11245798 w 12192000"/>
              <a:gd name="connsiteY128" fmla="*/ 292170 h 1126566"/>
              <a:gd name="connsiteX129" fmla="*/ 11255992 w 12192000"/>
              <a:gd name="connsiteY129" fmla="*/ 291919 h 1126566"/>
              <a:gd name="connsiteX130" fmla="*/ 11264859 w 12192000"/>
              <a:gd name="connsiteY130" fmla="*/ 293937 h 1126566"/>
              <a:gd name="connsiteX131" fmla="*/ 11276151 w 12192000"/>
              <a:gd name="connsiteY131" fmla="*/ 293070 h 1126566"/>
              <a:gd name="connsiteX132" fmla="*/ 11279850 w 12192000"/>
              <a:gd name="connsiteY132" fmla="*/ 291330 h 1126566"/>
              <a:gd name="connsiteX133" fmla="*/ 11290818 w 12192000"/>
              <a:gd name="connsiteY133" fmla="*/ 291060 h 1126566"/>
              <a:gd name="connsiteX134" fmla="*/ 11296248 w 12192000"/>
              <a:gd name="connsiteY134" fmla="*/ 290163 h 1126566"/>
              <a:gd name="connsiteX135" fmla="*/ 11301652 w 12192000"/>
              <a:gd name="connsiteY135" fmla="*/ 290324 h 1126566"/>
              <a:gd name="connsiteX136" fmla="*/ 11339114 w 12192000"/>
              <a:gd name="connsiteY136" fmla="*/ 288153 h 1126566"/>
              <a:gd name="connsiteX137" fmla="*/ 11345146 w 12192000"/>
              <a:gd name="connsiteY137" fmla="*/ 290802 h 1126566"/>
              <a:gd name="connsiteX138" fmla="*/ 11400126 w 12192000"/>
              <a:gd name="connsiteY138" fmla="*/ 292287 h 1126566"/>
              <a:gd name="connsiteX139" fmla="*/ 11400420 w 12192000"/>
              <a:gd name="connsiteY139" fmla="*/ 293758 h 1126566"/>
              <a:gd name="connsiteX140" fmla="*/ 11413889 w 12192000"/>
              <a:gd name="connsiteY140" fmla="*/ 300516 h 1126566"/>
              <a:gd name="connsiteX141" fmla="*/ 11440688 w 12192000"/>
              <a:gd name="connsiteY141" fmla="*/ 310121 h 1126566"/>
              <a:gd name="connsiteX142" fmla="*/ 11496733 w 12192000"/>
              <a:gd name="connsiteY142" fmla="*/ 350225 h 1126566"/>
              <a:gd name="connsiteX143" fmla="*/ 11554005 w 12192000"/>
              <a:gd name="connsiteY143" fmla="*/ 351933 h 1126566"/>
              <a:gd name="connsiteX144" fmla="*/ 11565304 w 12192000"/>
              <a:gd name="connsiteY144" fmla="*/ 353069 h 1126566"/>
              <a:gd name="connsiteX145" fmla="*/ 11565435 w 12192000"/>
              <a:gd name="connsiteY145" fmla="*/ 353419 h 1126566"/>
              <a:gd name="connsiteX146" fmla="*/ 11577168 w 12192000"/>
              <a:gd name="connsiteY146" fmla="*/ 355270 h 1126566"/>
              <a:gd name="connsiteX147" fmla="*/ 11607823 w 12192000"/>
              <a:gd name="connsiteY147" fmla="*/ 357347 h 1126566"/>
              <a:gd name="connsiteX148" fmla="*/ 11664276 w 12192000"/>
              <a:gd name="connsiteY148" fmla="*/ 386951 h 1126566"/>
              <a:gd name="connsiteX149" fmla="*/ 11786197 w 12192000"/>
              <a:gd name="connsiteY149" fmla="*/ 477948 h 1126566"/>
              <a:gd name="connsiteX150" fmla="*/ 11866598 w 12192000"/>
              <a:gd name="connsiteY150" fmla="*/ 486803 h 1126566"/>
              <a:gd name="connsiteX151" fmla="*/ 11916744 w 12192000"/>
              <a:gd name="connsiteY151" fmla="*/ 502917 h 1126566"/>
              <a:gd name="connsiteX152" fmla="*/ 11949248 w 12192000"/>
              <a:gd name="connsiteY152" fmla="*/ 518881 h 1126566"/>
              <a:gd name="connsiteX153" fmla="*/ 11951002 w 12192000"/>
              <a:gd name="connsiteY153" fmla="*/ 518735 h 1126566"/>
              <a:gd name="connsiteX154" fmla="*/ 12026007 w 12192000"/>
              <a:gd name="connsiteY154" fmla="*/ 534384 h 1126566"/>
              <a:gd name="connsiteX155" fmla="*/ 12035188 w 12192000"/>
              <a:gd name="connsiteY155" fmla="*/ 529609 h 1126566"/>
              <a:gd name="connsiteX156" fmla="*/ 12115225 w 12192000"/>
              <a:gd name="connsiteY156" fmla="*/ 561895 h 1126566"/>
              <a:gd name="connsiteX157" fmla="*/ 12191636 w 12192000"/>
              <a:gd name="connsiteY157" fmla="*/ 558318 h 1126566"/>
              <a:gd name="connsiteX158" fmla="*/ 12192000 w 12192000"/>
              <a:gd name="connsiteY158" fmla="*/ 558295 h 1126566"/>
              <a:gd name="connsiteX159" fmla="*/ 12192000 w 12192000"/>
              <a:gd name="connsiteY159" fmla="*/ 1126566 h 1126566"/>
              <a:gd name="connsiteX160" fmla="*/ 0 w 12192000"/>
              <a:gd name="connsiteY160" fmla="*/ 1126566 h 1126566"/>
              <a:gd name="connsiteX161" fmla="*/ 0 w 12192000"/>
              <a:gd name="connsiteY161" fmla="*/ 401922 h 1126566"/>
              <a:gd name="connsiteX162" fmla="*/ 25242 w 12192000"/>
              <a:gd name="connsiteY162" fmla="*/ 388862 h 1126566"/>
              <a:gd name="connsiteX163" fmla="*/ 96922 w 12192000"/>
              <a:gd name="connsiteY163" fmla="*/ 357381 h 1126566"/>
              <a:gd name="connsiteX164" fmla="*/ 164580 w 12192000"/>
              <a:gd name="connsiteY164" fmla="*/ 322443 h 1126566"/>
              <a:gd name="connsiteX165" fmla="*/ 258712 w 12192000"/>
              <a:gd name="connsiteY165" fmla="*/ 286531 h 1126566"/>
              <a:gd name="connsiteX166" fmla="*/ 316354 w 12192000"/>
              <a:gd name="connsiteY166" fmla="*/ 238529 h 1126566"/>
              <a:gd name="connsiteX167" fmla="*/ 328834 w 12192000"/>
              <a:gd name="connsiteY167" fmla="*/ 240963 h 1126566"/>
              <a:gd name="connsiteX168" fmla="*/ 383414 w 12192000"/>
              <a:gd name="connsiteY168" fmla="*/ 221196 h 1126566"/>
              <a:gd name="connsiteX169" fmla="*/ 537708 w 12192000"/>
              <a:gd name="connsiteY169" fmla="*/ 119020 h 1126566"/>
              <a:gd name="connsiteX170" fmla="*/ 653257 w 12192000"/>
              <a:gd name="connsiteY170" fmla="*/ 91372 h 1126566"/>
              <a:gd name="connsiteX171" fmla="*/ 763197 w 12192000"/>
              <a:gd name="connsiteY171" fmla="*/ 59356 h 1126566"/>
              <a:gd name="connsiteX172" fmla="*/ 778208 w 12192000"/>
              <a:gd name="connsiteY172" fmla="*/ 63801 h 1126566"/>
              <a:gd name="connsiteX173" fmla="*/ 784725 w 12192000"/>
              <a:gd name="connsiteY173" fmla="*/ 62505 h 1126566"/>
              <a:gd name="connsiteX174" fmla="*/ 785400 w 12192000"/>
              <a:gd name="connsiteY174" fmla="*/ 62796 h 1126566"/>
              <a:gd name="connsiteX175" fmla="*/ 786774 w 12192000"/>
              <a:gd name="connsiteY175" fmla="*/ 62098 h 1126566"/>
              <a:gd name="connsiteX176" fmla="*/ 852003 w 12192000"/>
              <a:gd name="connsiteY176" fmla="*/ 61064 h 1126566"/>
              <a:gd name="connsiteX177" fmla="*/ 870719 w 12192000"/>
              <a:gd name="connsiteY177" fmla="*/ 47209 h 1126566"/>
              <a:gd name="connsiteX178" fmla="*/ 883786 w 12192000"/>
              <a:gd name="connsiteY178" fmla="*/ 45814 h 1126566"/>
              <a:gd name="connsiteX179" fmla="*/ 886400 w 12192000"/>
              <a:gd name="connsiteY179" fmla="*/ 43909 h 1126566"/>
              <a:gd name="connsiteX180" fmla="*/ 893881 w 12192000"/>
              <a:gd name="connsiteY180" fmla="*/ 40197 h 1126566"/>
              <a:gd name="connsiteX181" fmla="*/ 886282 w 12192000"/>
              <a:gd name="connsiteY181" fmla="*/ 36610 h 1126566"/>
              <a:gd name="connsiteX182" fmla="*/ 950274 w 12192000"/>
              <a:gd name="connsiteY182" fmla="*/ 20111 h 1126566"/>
              <a:gd name="connsiteX183" fmla="*/ 988432 w 12192000"/>
              <a:gd name="connsiteY183" fmla="*/ 24039 h 1126566"/>
              <a:gd name="connsiteX184" fmla="*/ 1048223 w 12192000"/>
              <a:gd name="connsiteY184" fmla="*/ 19791 h 1126566"/>
              <a:gd name="connsiteX185" fmla="*/ 1177886 w 12192000"/>
              <a:gd name="connsiteY185" fmla="*/ 30728 h 1126566"/>
              <a:gd name="connsiteX186" fmla="*/ 1305018 w 12192000"/>
              <a:gd name="connsiteY186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102484 w 12192000"/>
              <a:gd name="connsiteY111" fmla="*/ 441324 h 1126566"/>
              <a:gd name="connsiteX112" fmla="*/ 10199200 w 12192000"/>
              <a:gd name="connsiteY112" fmla="*/ 438197 h 1126566"/>
              <a:gd name="connsiteX113" fmla="*/ 10245648 w 12192000"/>
              <a:gd name="connsiteY113" fmla="*/ 438831 h 1126566"/>
              <a:gd name="connsiteX114" fmla="*/ 10369590 w 12192000"/>
              <a:gd name="connsiteY114" fmla="*/ 423377 h 1126566"/>
              <a:gd name="connsiteX115" fmla="*/ 10575777 w 12192000"/>
              <a:gd name="connsiteY115" fmla="*/ 355859 h 1126566"/>
              <a:gd name="connsiteX116" fmla="*/ 10638984 w 12192000"/>
              <a:gd name="connsiteY116" fmla="*/ 347416 h 1126566"/>
              <a:gd name="connsiteX117" fmla="*/ 10668356 w 12192000"/>
              <a:gd name="connsiteY117" fmla="*/ 340612 h 1126566"/>
              <a:gd name="connsiteX118" fmla="*/ 10732175 w 12192000"/>
              <a:gd name="connsiteY118" fmla="*/ 317549 h 1126566"/>
              <a:gd name="connsiteX119" fmla="*/ 10862886 w 12192000"/>
              <a:gd name="connsiteY119" fmla="*/ 313438 h 1126566"/>
              <a:gd name="connsiteX120" fmla="*/ 10963063 w 12192000"/>
              <a:gd name="connsiteY120" fmla="*/ 317771 h 1126566"/>
              <a:gd name="connsiteX121" fmla="*/ 11018562 w 12192000"/>
              <a:gd name="connsiteY121" fmla="*/ 316991 h 1126566"/>
              <a:gd name="connsiteX122" fmla="*/ 11059692 w 12192000"/>
              <a:gd name="connsiteY122" fmla="*/ 319983 h 1126566"/>
              <a:gd name="connsiteX123" fmla="*/ 11160371 w 12192000"/>
              <a:gd name="connsiteY123" fmla="*/ 308440 h 1126566"/>
              <a:gd name="connsiteX124" fmla="*/ 11178386 w 12192000"/>
              <a:gd name="connsiteY124" fmla="*/ 299490 h 1126566"/>
              <a:gd name="connsiteX125" fmla="*/ 11192494 w 12192000"/>
              <a:gd name="connsiteY125" fmla="*/ 296221 h 1126566"/>
              <a:gd name="connsiteX126" fmla="*/ 11199770 w 12192000"/>
              <a:gd name="connsiteY126" fmla="*/ 299772 h 1126566"/>
              <a:gd name="connsiteX127" fmla="*/ 11217258 w 12192000"/>
              <a:gd name="connsiteY127" fmla="*/ 293681 h 1126566"/>
              <a:gd name="connsiteX128" fmla="*/ 11245798 w 12192000"/>
              <a:gd name="connsiteY128" fmla="*/ 292170 h 1126566"/>
              <a:gd name="connsiteX129" fmla="*/ 11255992 w 12192000"/>
              <a:gd name="connsiteY129" fmla="*/ 291919 h 1126566"/>
              <a:gd name="connsiteX130" fmla="*/ 11264859 w 12192000"/>
              <a:gd name="connsiteY130" fmla="*/ 293937 h 1126566"/>
              <a:gd name="connsiteX131" fmla="*/ 11276151 w 12192000"/>
              <a:gd name="connsiteY131" fmla="*/ 293070 h 1126566"/>
              <a:gd name="connsiteX132" fmla="*/ 11279850 w 12192000"/>
              <a:gd name="connsiteY132" fmla="*/ 291330 h 1126566"/>
              <a:gd name="connsiteX133" fmla="*/ 11290818 w 12192000"/>
              <a:gd name="connsiteY133" fmla="*/ 291060 h 1126566"/>
              <a:gd name="connsiteX134" fmla="*/ 11296248 w 12192000"/>
              <a:gd name="connsiteY134" fmla="*/ 290163 h 1126566"/>
              <a:gd name="connsiteX135" fmla="*/ 11301652 w 12192000"/>
              <a:gd name="connsiteY135" fmla="*/ 290324 h 1126566"/>
              <a:gd name="connsiteX136" fmla="*/ 11339114 w 12192000"/>
              <a:gd name="connsiteY136" fmla="*/ 288153 h 1126566"/>
              <a:gd name="connsiteX137" fmla="*/ 11345146 w 12192000"/>
              <a:gd name="connsiteY137" fmla="*/ 290802 h 1126566"/>
              <a:gd name="connsiteX138" fmla="*/ 11400126 w 12192000"/>
              <a:gd name="connsiteY138" fmla="*/ 292287 h 1126566"/>
              <a:gd name="connsiteX139" fmla="*/ 11400420 w 12192000"/>
              <a:gd name="connsiteY139" fmla="*/ 293758 h 1126566"/>
              <a:gd name="connsiteX140" fmla="*/ 11413889 w 12192000"/>
              <a:gd name="connsiteY140" fmla="*/ 300516 h 1126566"/>
              <a:gd name="connsiteX141" fmla="*/ 11440688 w 12192000"/>
              <a:gd name="connsiteY141" fmla="*/ 310121 h 1126566"/>
              <a:gd name="connsiteX142" fmla="*/ 11496733 w 12192000"/>
              <a:gd name="connsiteY142" fmla="*/ 350225 h 1126566"/>
              <a:gd name="connsiteX143" fmla="*/ 11554005 w 12192000"/>
              <a:gd name="connsiteY143" fmla="*/ 351933 h 1126566"/>
              <a:gd name="connsiteX144" fmla="*/ 11565304 w 12192000"/>
              <a:gd name="connsiteY144" fmla="*/ 353069 h 1126566"/>
              <a:gd name="connsiteX145" fmla="*/ 11565435 w 12192000"/>
              <a:gd name="connsiteY145" fmla="*/ 353419 h 1126566"/>
              <a:gd name="connsiteX146" fmla="*/ 11577168 w 12192000"/>
              <a:gd name="connsiteY146" fmla="*/ 355270 h 1126566"/>
              <a:gd name="connsiteX147" fmla="*/ 11607823 w 12192000"/>
              <a:gd name="connsiteY147" fmla="*/ 357347 h 1126566"/>
              <a:gd name="connsiteX148" fmla="*/ 11664276 w 12192000"/>
              <a:gd name="connsiteY148" fmla="*/ 386951 h 1126566"/>
              <a:gd name="connsiteX149" fmla="*/ 11786197 w 12192000"/>
              <a:gd name="connsiteY149" fmla="*/ 477948 h 1126566"/>
              <a:gd name="connsiteX150" fmla="*/ 11866598 w 12192000"/>
              <a:gd name="connsiteY150" fmla="*/ 486803 h 1126566"/>
              <a:gd name="connsiteX151" fmla="*/ 11916744 w 12192000"/>
              <a:gd name="connsiteY151" fmla="*/ 502917 h 1126566"/>
              <a:gd name="connsiteX152" fmla="*/ 11949248 w 12192000"/>
              <a:gd name="connsiteY152" fmla="*/ 518881 h 1126566"/>
              <a:gd name="connsiteX153" fmla="*/ 11951002 w 12192000"/>
              <a:gd name="connsiteY153" fmla="*/ 518735 h 1126566"/>
              <a:gd name="connsiteX154" fmla="*/ 12026007 w 12192000"/>
              <a:gd name="connsiteY154" fmla="*/ 534384 h 1126566"/>
              <a:gd name="connsiteX155" fmla="*/ 12035188 w 12192000"/>
              <a:gd name="connsiteY155" fmla="*/ 529609 h 1126566"/>
              <a:gd name="connsiteX156" fmla="*/ 12115225 w 12192000"/>
              <a:gd name="connsiteY156" fmla="*/ 561895 h 1126566"/>
              <a:gd name="connsiteX157" fmla="*/ 12191636 w 12192000"/>
              <a:gd name="connsiteY157" fmla="*/ 558318 h 1126566"/>
              <a:gd name="connsiteX158" fmla="*/ 12192000 w 12192000"/>
              <a:gd name="connsiteY158" fmla="*/ 558295 h 1126566"/>
              <a:gd name="connsiteX159" fmla="*/ 12192000 w 12192000"/>
              <a:gd name="connsiteY159" fmla="*/ 1126566 h 1126566"/>
              <a:gd name="connsiteX160" fmla="*/ 0 w 12192000"/>
              <a:gd name="connsiteY160" fmla="*/ 1126566 h 1126566"/>
              <a:gd name="connsiteX161" fmla="*/ 0 w 12192000"/>
              <a:gd name="connsiteY161" fmla="*/ 401922 h 1126566"/>
              <a:gd name="connsiteX162" fmla="*/ 25242 w 12192000"/>
              <a:gd name="connsiteY162" fmla="*/ 388862 h 1126566"/>
              <a:gd name="connsiteX163" fmla="*/ 96922 w 12192000"/>
              <a:gd name="connsiteY163" fmla="*/ 357381 h 1126566"/>
              <a:gd name="connsiteX164" fmla="*/ 164580 w 12192000"/>
              <a:gd name="connsiteY164" fmla="*/ 322443 h 1126566"/>
              <a:gd name="connsiteX165" fmla="*/ 258712 w 12192000"/>
              <a:gd name="connsiteY165" fmla="*/ 286531 h 1126566"/>
              <a:gd name="connsiteX166" fmla="*/ 316354 w 12192000"/>
              <a:gd name="connsiteY166" fmla="*/ 238529 h 1126566"/>
              <a:gd name="connsiteX167" fmla="*/ 328834 w 12192000"/>
              <a:gd name="connsiteY167" fmla="*/ 240963 h 1126566"/>
              <a:gd name="connsiteX168" fmla="*/ 383414 w 12192000"/>
              <a:gd name="connsiteY168" fmla="*/ 221196 h 1126566"/>
              <a:gd name="connsiteX169" fmla="*/ 537708 w 12192000"/>
              <a:gd name="connsiteY169" fmla="*/ 119020 h 1126566"/>
              <a:gd name="connsiteX170" fmla="*/ 653257 w 12192000"/>
              <a:gd name="connsiteY170" fmla="*/ 91372 h 1126566"/>
              <a:gd name="connsiteX171" fmla="*/ 763197 w 12192000"/>
              <a:gd name="connsiteY171" fmla="*/ 59356 h 1126566"/>
              <a:gd name="connsiteX172" fmla="*/ 778208 w 12192000"/>
              <a:gd name="connsiteY172" fmla="*/ 63801 h 1126566"/>
              <a:gd name="connsiteX173" fmla="*/ 784725 w 12192000"/>
              <a:gd name="connsiteY173" fmla="*/ 62505 h 1126566"/>
              <a:gd name="connsiteX174" fmla="*/ 785400 w 12192000"/>
              <a:gd name="connsiteY174" fmla="*/ 62796 h 1126566"/>
              <a:gd name="connsiteX175" fmla="*/ 786774 w 12192000"/>
              <a:gd name="connsiteY175" fmla="*/ 62098 h 1126566"/>
              <a:gd name="connsiteX176" fmla="*/ 852003 w 12192000"/>
              <a:gd name="connsiteY176" fmla="*/ 61064 h 1126566"/>
              <a:gd name="connsiteX177" fmla="*/ 870719 w 12192000"/>
              <a:gd name="connsiteY177" fmla="*/ 47209 h 1126566"/>
              <a:gd name="connsiteX178" fmla="*/ 883786 w 12192000"/>
              <a:gd name="connsiteY178" fmla="*/ 45814 h 1126566"/>
              <a:gd name="connsiteX179" fmla="*/ 886400 w 12192000"/>
              <a:gd name="connsiteY179" fmla="*/ 43909 h 1126566"/>
              <a:gd name="connsiteX180" fmla="*/ 893881 w 12192000"/>
              <a:gd name="connsiteY180" fmla="*/ 40197 h 1126566"/>
              <a:gd name="connsiteX181" fmla="*/ 886282 w 12192000"/>
              <a:gd name="connsiteY181" fmla="*/ 36610 h 1126566"/>
              <a:gd name="connsiteX182" fmla="*/ 950274 w 12192000"/>
              <a:gd name="connsiteY182" fmla="*/ 20111 h 1126566"/>
              <a:gd name="connsiteX183" fmla="*/ 988432 w 12192000"/>
              <a:gd name="connsiteY183" fmla="*/ 24039 h 1126566"/>
              <a:gd name="connsiteX184" fmla="*/ 1048223 w 12192000"/>
              <a:gd name="connsiteY184" fmla="*/ 19791 h 1126566"/>
              <a:gd name="connsiteX185" fmla="*/ 1177886 w 12192000"/>
              <a:gd name="connsiteY185" fmla="*/ 30728 h 1126566"/>
              <a:gd name="connsiteX186" fmla="*/ 1305018 w 12192000"/>
              <a:gd name="connsiteY186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5470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102484 w 12192000"/>
              <a:gd name="connsiteY111" fmla="*/ 441324 h 1126566"/>
              <a:gd name="connsiteX112" fmla="*/ 10199200 w 12192000"/>
              <a:gd name="connsiteY112" fmla="*/ 438197 h 1126566"/>
              <a:gd name="connsiteX113" fmla="*/ 10245648 w 12192000"/>
              <a:gd name="connsiteY113" fmla="*/ 438831 h 1126566"/>
              <a:gd name="connsiteX114" fmla="*/ 10369590 w 12192000"/>
              <a:gd name="connsiteY114" fmla="*/ 423377 h 1126566"/>
              <a:gd name="connsiteX115" fmla="*/ 10575777 w 12192000"/>
              <a:gd name="connsiteY115" fmla="*/ 355859 h 1126566"/>
              <a:gd name="connsiteX116" fmla="*/ 10638984 w 12192000"/>
              <a:gd name="connsiteY116" fmla="*/ 347416 h 1126566"/>
              <a:gd name="connsiteX117" fmla="*/ 10668356 w 12192000"/>
              <a:gd name="connsiteY117" fmla="*/ 340612 h 1126566"/>
              <a:gd name="connsiteX118" fmla="*/ 10732175 w 12192000"/>
              <a:gd name="connsiteY118" fmla="*/ 317549 h 1126566"/>
              <a:gd name="connsiteX119" fmla="*/ 10862886 w 12192000"/>
              <a:gd name="connsiteY119" fmla="*/ 313438 h 1126566"/>
              <a:gd name="connsiteX120" fmla="*/ 10963063 w 12192000"/>
              <a:gd name="connsiteY120" fmla="*/ 317771 h 1126566"/>
              <a:gd name="connsiteX121" fmla="*/ 11018562 w 12192000"/>
              <a:gd name="connsiteY121" fmla="*/ 316991 h 1126566"/>
              <a:gd name="connsiteX122" fmla="*/ 11059692 w 12192000"/>
              <a:gd name="connsiteY122" fmla="*/ 319983 h 1126566"/>
              <a:gd name="connsiteX123" fmla="*/ 11160371 w 12192000"/>
              <a:gd name="connsiteY123" fmla="*/ 308440 h 1126566"/>
              <a:gd name="connsiteX124" fmla="*/ 11178386 w 12192000"/>
              <a:gd name="connsiteY124" fmla="*/ 299490 h 1126566"/>
              <a:gd name="connsiteX125" fmla="*/ 11192494 w 12192000"/>
              <a:gd name="connsiteY125" fmla="*/ 296221 h 1126566"/>
              <a:gd name="connsiteX126" fmla="*/ 11199770 w 12192000"/>
              <a:gd name="connsiteY126" fmla="*/ 299772 h 1126566"/>
              <a:gd name="connsiteX127" fmla="*/ 11217258 w 12192000"/>
              <a:gd name="connsiteY127" fmla="*/ 293681 h 1126566"/>
              <a:gd name="connsiteX128" fmla="*/ 11245798 w 12192000"/>
              <a:gd name="connsiteY128" fmla="*/ 292170 h 1126566"/>
              <a:gd name="connsiteX129" fmla="*/ 11255992 w 12192000"/>
              <a:gd name="connsiteY129" fmla="*/ 291919 h 1126566"/>
              <a:gd name="connsiteX130" fmla="*/ 11264859 w 12192000"/>
              <a:gd name="connsiteY130" fmla="*/ 293937 h 1126566"/>
              <a:gd name="connsiteX131" fmla="*/ 11276151 w 12192000"/>
              <a:gd name="connsiteY131" fmla="*/ 293070 h 1126566"/>
              <a:gd name="connsiteX132" fmla="*/ 11279850 w 12192000"/>
              <a:gd name="connsiteY132" fmla="*/ 291330 h 1126566"/>
              <a:gd name="connsiteX133" fmla="*/ 11290818 w 12192000"/>
              <a:gd name="connsiteY133" fmla="*/ 291060 h 1126566"/>
              <a:gd name="connsiteX134" fmla="*/ 11296248 w 12192000"/>
              <a:gd name="connsiteY134" fmla="*/ 290163 h 1126566"/>
              <a:gd name="connsiteX135" fmla="*/ 11301652 w 12192000"/>
              <a:gd name="connsiteY135" fmla="*/ 290324 h 1126566"/>
              <a:gd name="connsiteX136" fmla="*/ 11339114 w 12192000"/>
              <a:gd name="connsiteY136" fmla="*/ 288153 h 1126566"/>
              <a:gd name="connsiteX137" fmla="*/ 11345146 w 12192000"/>
              <a:gd name="connsiteY137" fmla="*/ 290802 h 1126566"/>
              <a:gd name="connsiteX138" fmla="*/ 11400126 w 12192000"/>
              <a:gd name="connsiteY138" fmla="*/ 292287 h 1126566"/>
              <a:gd name="connsiteX139" fmla="*/ 11400420 w 12192000"/>
              <a:gd name="connsiteY139" fmla="*/ 293758 h 1126566"/>
              <a:gd name="connsiteX140" fmla="*/ 11413889 w 12192000"/>
              <a:gd name="connsiteY140" fmla="*/ 300516 h 1126566"/>
              <a:gd name="connsiteX141" fmla="*/ 11440688 w 12192000"/>
              <a:gd name="connsiteY141" fmla="*/ 310121 h 1126566"/>
              <a:gd name="connsiteX142" fmla="*/ 11496733 w 12192000"/>
              <a:gd name="connsiteY142" fmla="*/ 350225 h 1126566"/>
              <a:gd name="connsiteX143" fmla="*/ 11554005 w 12192000"/>
              <a:gd name="connsiteY143" fmla="*/ 351933 h 1126566"/>
              <a:gd name="connsiteX144" fmla="*/ 11565304 w 12192000"/>
              <a:gd name="connsiteY144" fmla="*/ 353069 h 1126566"/>
              <a:gd name="connsiteX145" fmla="*/ 11565435 w 12192000"/>
              <a:gd name="connsiteY145" fmla="*/ 353419 h 1126566"/>
              <a:gd name="connsiteX146" fmla="*/ 11577168 w 12192000"/>
              <a:gd name="connsiteY146" fmla="*/ 355270 h 1126566"/>
              <a:gd name="connsiteX147" fmla="*/ 11607823 w 12192000"/>
              <a:gd name="connsiteY147" fmla="*/ 357347 h 1126566"/>
              <a:gd name="connsiteX148" fmla="*/ 11664276 w 12192000"/>
              <a:gd name="connsiteY148" fmla="*/ 386951 h 1126566"/>
              <a:gd name="connsiteX149" fmla="*/ 11786197 w 12192000"/>
              <a:gd name="connsiteY149" fmla="*/ 477948 h 1126566"/>
              <a:gd name="connsiteX150" fmla="*/ 11866598 w 12192000"/>
              <a:gd name="connsiteY150" fmla="*/ 486803 h 1126566"/>
              <a:gd name="connsiteX151" fmla="*/ 11916744 w 12192000"/>
              <a:gd name="connsiteY151" fmla="*/ 502917 h 1126566"/>
              <a:gd name="connsiteX152" fmla="*/ 11949248 w 12192000"/>
              <a:gd name="connsiteY152" fmla="*/ 518881 h 1126566"/>
              <a:gd name="connsiteX153" fmla="*/ 11951002 w 12192000"/>
              <a:gd name="connsiteY153" fmla="*/ 518735 h 1126566"/>
              <a:gd name="connsiteX154" fmla="*/ 12026007 w 12192000"/>
              <a:gd name="connsiteY154" fmla="*/ 534384 h 1126566"/>
              <a:gd name="connsiteX155" fmla="*/ 12035188 w 12192000"/>
              <a:gd name="connsiteY155" fmla="*/ 529609 h 1126566"/>
              <a:gd name="connsiteX156" fmla="*/ 12115225 w 12192000"/>
              <a:gd name="connsiteY156" fmla="*/ 561895 h 1126566"/>
              <a:gd name="connsiteX157" fmla="*/ 12191636 w 12192000"/>
              <a:gd name="connsiteY157" fmla="*/ 558318 h 1126566"/>
              <a:gd name="connsiteX158" fmla="*/ 12192000 w 12192000"/>
              <a:gd name="connsiteY158" fmla="*/ 558295 h 1126566"/>
              <a:gd name="connsiteX159" fmla="*/ 12192000 w 12192000"/>
              <a:gd name="connsiteY159" fmla="*/ 1126566 h 1126566"/>
              <a:gd name="connsiteX160" fmla="*/ 0 w 12192000"/>
              <a:gd name="connsiteY160" fmla="*/ 1126566 h 1126566"/>
              <a:gd name="connsiteX161" fmla="*/ 0 w 12192000"/>
              <a:gd name="connsiteY161" fmla="*/ 401922 h 1126566"/>
              <a:gd name="connsiteX162" fmla="*/ 25242 w 12192000"/>
              <a:gd name="connsiteY162" fmla="*/ 388862 h 1126566"/>
              <a:gd name="connsiteX163" fmla="*/ 96922 w 12192000"/>
              <a:gd name="connsiteY163" fmla="*/ 357381 h 1126566"/>
              <a:gd name="connsiteX164" fmla="*/ 164580 w 12192000"/>
              <a:gd name="connsiteY164" fmla="*/ 322443 h 1126566"/>
              <a:gd name="connsiteX165" fmla="*/ 258712 w 12192000"/>
              <a:gd name="connsiteY165" fmla="*/ 286531 h 1126566"/>
              <a:gd name="connsiteX166" fmla="*/ 316354 w 12192000"/>
              <a:gd name="connsiteY166" fmla="*/ 238529 h 1126566"/>
              <a:gd name="connsiteX167" fmla="*/ 328834 w 12192000"/>
              <a:gd name="connsiteY167" fmla="*/ 240963 h 1126566"/>
              <a:gd name="connsiteX168" fmla="*/ 383414 w 12192000"/>
              <a:gd name="connsiteY168" fmla="*/ 221196 h 1126566"/>
              <a:gd name="connsiteX169" fmla="*/ 537708 w 12192000"/>
              <a:gd name="connsiteY169" fmla="*/ 119020 h 1126566"/>
              <a:gd name="connsiteX170" fmla="*/ 653257 w 12192000"/>
              <a:gd name="connsiteY170" fmla="*/ 91372 h 1126566"/>
              <a:gd name="connsiteX171" fmla="*/ 763197 w 12192000"/>
              <a:gd name="connsiteY171" fmla="*/ 59356 h 1126566"/>
              <a:gd name="connsiteX172" fmla="*/ 778208 w 12192000"/>
              <a:gd name="connsiteY172" fmla="*/ 63801 h 1126566"/>
              <a:gd name="connsiteX173" fmla="*/ 784725 w 12192000"/>
              <a:gd name="connsiteY173" fmla="*/ 62505 h 1126566"/>
              <a:gd name="connsiteX174" fmla="*/ 785400 w 12192000"/>
              <a:gd name="connsiteY174" fmla="*/ 62796 h 1126566"/>
              <a:gd name="connsiteX175" fmla="*/ 786774 w 12192000"/>
              <a:gd name="connsiteY175" fmla="*/ 62098 h 1126566"/>
              <a:gd name="connsiteX176" fmla="*/ 852003 w 12192000"/>
              <a:gd name="connsiteY176" fmla="*/ 61064 h 1126566"/>
              <a:gd name="connsiteX177" fmla="*/ 870719 w 12192000"/>
              <a:gd name="connsiteY177" fmla="*/ 47209 h 1126566"/>
              <a:gd name="connsiteX178" fmla="*/ 883786 w 12192000"/>
              <a:gd name="connsiteY178" fmla="*/ 45814 h 1126566"/>
              <a:gd name="connsiteX179" fmla="*/ 886400 w 12192000"/>
              <a:gd name="connsiteY179" fmla="*/ 43909 h 1126566"/>
              <a:gd name="connsiteX180" fmla="*/ 893881 w 12192000"/>
              <a:gd name="connsiteY180" fmla="*/ 40197 h 1126566"/>
              <a:gd name="connsiteX181" fmla="*/ 886282 w 12192000"/>
              <a:gd name="connsiteY181" fmla="*/ 36610 h 1126566"/>
              <a:gd name="connsiteX182" fmla="*/ 950274 w 12192000"/>
              <a:gd name="connsiteY182" fmla="*/ 20111 h 1126566"/>
              <a:gd name="connsiteX183" fmla="*/ 988432 w 12192000"/>
              <a:gd name="connsiteY183" fmla="*/ 24039 h 1126566"/>
              <a:gd name="connsiteX184" fmla="*/ 1048223 w 12192000"/>
              <a:gd name="connsiteY184" fmla="*/ 19791 h 1126566"/>
              <a:gd name="connsiteX185" fmla="*/ 1177886 w 12192000"/>
              <a:gd name="connsiteY185" fmla="*/ 30728 h 1126566"/>
              <a:gd name="connsiteX186" fmla="*/ 1305018 w 12192000"/>
              <a:gd name="connsiteY186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05176 w 12192000"/>
              <a:gd name="connsiteY97" fmla="*/ 542666 h 1126566"/>
              <a:gd name="connsiteX98" fmla="*/ 9616141 w 12192000"/>
              <a:gd name="connsiteY98" fmla="*/ 530976 h 1126566"/>
              <a:gd name="connsiteX99" fmla="*/ 962014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102484 w 12192000"/>
              <a:gd name="connsiteY111" fmla="*/ 441324 h 1126566"/>
              <a:gd name="connsiteX112" fmla="*/ 10199200 w 12192000"/>
              <a:gd name="connsiteY112" fmla="*/ 438197 h 1126566"/>
              <a:gd name="connsiteX113" fmla="*/ 10245648 w 12192000"/>
              <a:gd name="connsiteY113" fmla="*/ 438831 h 1126566"/>
              <a:gd name="connsiteX114" fmla="*/ 10369590 w 12192000"/>
              <a:gd name="connsiteY114" fmla="*/ 423377 h 1126566"/>
              <a:gd name="connsiteX115" fmla="*/ 10575777 w 12192000"/>
              <a:gd name="connsiteY115" fmla="*/ 355859 h 1126566"/>
              <a:gd name="connsiteX116" fmla="*/ 10638984 w 12192000"/>
              <a:gd name="connsiteY116" fmla="*/ 347416 h 1126566"/>
              <a:gd name="connsiteX117" fmla="*/ 10668356 w 12192000"/>
              <a:gd name="connsiteY117" fmla="*/ 340612 h 1126566"/>
              <a:gd name="connsiteX118" fmla="*/ 10732175 w 12192000"/>
              <a:gd name="connsiteY118" fmla="*/ 317549 h 1126566"/>
              <a:gd name="connsiteX119" fmla="*/ 10862886 w 12192000"/>
              <a:gd name="connsiteY119" fmla="*/ 313438 h 1126566"/>
              <a:gd name="connsiteX120" fmla="*/ 10963063 w 12192000"/>
              <a:gd name="connsiteY120" fmla="*/ 317771 h 1126566"/>
              <a:gd name="connsiteX121" fmla="*/ 11018562 w 12192000"/>
              <a:gd name="connsiteY121" fmla="*/ 316991 h 1126566"/>
              <a:gd name="connsiteX122" fmla="*/ 11059692 w 12192000"/>
              <a:gd name="connsiteY122" fmla="*/ 319983 h 1126566"/>
              <a:gd name="connsiteX123" fmla="*/ 11160371 w 12192000"/>
              <a:gd name="connsiteY123" fmla="*/ 308440 h 1126566"/>
              <a:gd name="connsiteX124" fmla="*/ 11178386 w 12192000"/>
              <a:gd name="connsiteY124" fmla="*/ 299490 h 1126566"/>
              <a:gd name="connsiteX125" fmla="*/ 11192494 w 12192000"/>
              <a:gd name="connsiteY125" fmla="*/ 296221 h 1126566"/>
              <a:gd name="connsiteX126" fmla="*/ 11199770 w 12192000"/>
              <a:gd name="connsiteY126" fmla="*/ 299772 h 1126566"/>
              <a:gd name="connsiteX127" fmla="*/ 11217258 w 12192000"/>
              <a:gd name="connsiteY127" fmla="*/ 293681 h 1126566"/>
              <a:gd name="connsiteX128" fmla="*/ 11245798 w 12192000"/>
              <a:gd name="connsiteY128" fmla="*/ 292170 h 1126566"/>
              <a:gd name="connsiteX129" fmla="*/ 11255992 w 12192000"/>
              <a:gd name="connsiteY129" fmla="*/ 291919 h 1126566"/>
              <a:gd name="connsiteX130" fmla="*/ 11264859 w 12192000"/>
              <a:gd name="connsiteY130" fmla="*/ 293937 h 1126566"/>
              <a:gd name="connsiteX131" fmla="*/ 11276151 w 12192000"/>
              <a:gd name="connsiteY131" fmla="*/ 293070 h 1126566"/>
              <a:gd name="connsiteX132" fmla="*/ 11279850 w 12192000"/>
              <a:gd name="connsiteY132" fmla="*/ 291330 h 1126566"/>
              <a:gd name="connsiteX133" fmla="*/ 11290818 w 12192000"/>
              <a:gd name="connsiteY133" fmla="*/ 291060 h 1126566"/>
              <a:gd name="connsiteX134" fmla="*/ 11296248 w 12192000"/>
              <a:gd name="connsiteY134" fmla="*/ 290163 h 1126566"/>
              <a:gd name="connsiteX135" fmla="*/ 11301652 w 12192000"/>
              <a:gd name="connsiteY135" fmla="*/ 290324 h 1126566"/>
              <a:gd name="connsiteX136" fmla="*/ 11339114 w 12192000"/>
              <a:gd name="connsiteY136" fmla="*/ 288153 h 1126566"/>
              <a:gd name="connsiteX137" fmla="*/ 11345146 w 12192000"/>
              <a:gd name="connsiteY137" fmla="*/ 290802 h 1126566"/>
              <a:gd name="connsiteX138" fmla="*/ 11400126 w 12192000"/>
              <a:gd name="connsiteY138" fmla="*/ 292287 h 1126566"/>
              <a:gd name="connsiteX139" fmla="*/ 11400420 w 12192000"/>
              <a:gd name="connsiteY139" fmla="*/ 293758 h 1126566"/>
              <a:gd name="connsiteX140" fmla="*/ 11413889 w 12192000"/>
              <a:gd name="connsiteY140" fmla="*/ 300516 h 1126566"/>
              <a:gd name="connsiteX141" fmla="*/ 11440688 w 12192000"/>
              <a:gd name="connsiteY141" fmla="*/ 310121 h 1126566"/>
              <a:gd name="connsiteX142" fmla="*/ 11496733 w 12192000"/>
              <a:gd name="connsiteY142" fmla="*/ 350225 h 1126566"/>
              <a:gd name="connsiteX143" fmla="*/ 11554005 w 12192000"/>
              <a:gd name="connsiteY143" fmla="*/ 351933 h 1126566"/>
              <a:gd name="connsiteX144" fmla="*/ 11565304 w 12192000"/>
              <a:gd name="connsiteY144" fmla="*/ 353069 h 1126566"/>
              <a:gd name="connsiteX145" fmla="*/ 11565435 w 12192000"/>
              <a:gd name="connsiteY145" fmla="*/ 353419 h 1126566"/>
              <a:gd name="connsiteX146" fmla="*/ 11577168 w 12192000"/>
              <a:gd name="connsiteY146" fmla="*/ 355270 h 1126566"/>
              <a:gd name="connsiteX147" fmla="*/ 11607823 w 12192000"/>
              <a:gd name="connsiteY147" fmla="*/ 357347 h 1126566"/>
              <a:gd name="connsiteX148" fmla="*/ 11664276 w 12192000"/>
              <a:gd name="connsiteY148" fmla="*/ 386951 h 1126566"/>
              <a:gd name="connsiteX149" fmla="*/ 11786197 w 12192000"/>
              <a:gd name="connsiteY149" fmla="*/ 477948 h 1126566"/>
              <a:gd name="connsiteX150" fmla="*/ 11866598 w 12192000"/>
              <a:gd name="connsiteY150" fmla="*/ 486803 h 1126566"/>
              <a:gd name="connsiteX151" fmla="*/ 11916744 w 12192000"/>
              <a:gd name="connsiteY151" fmla="*/ 502917 h 1126566"/>
              <a:gd name="connsiteX152" fmla="*/ 11949248 w 12192000"/>
              <a:gd name="connsiteY152" fmla="*/ 518881 h 1126566"/>
              <a:gd name="connsiteX153" fmla="*/ 11951002 w 12192000"/>
              <a:gd name="connsiteY153" fmla="*/ 518735 h 1126566"/>
              <a:gd name="connsiteX154" fmla="*/ 12026007 w 12192000"/>
              <a:gd name="connsiteY154" fmla="*/ 534384 h 1126566"/>
              <a:gd name="connsiteX155" fmla="*/ 12035188 w 12192000"/>
              <a:gd name="connsiteY155" fmla="*/ 529609 h 1126566"/>
              <a:gd name="connsiteX156" fmla="*/ 12115225 w 12192000"/>
              <a:gd name="connsiteY156" fmla="*/ 561895 h 1126566"/>
              <a:gd name="connsiteX157" fmla="*/ 12191636 w 12192000"/>
              <a:gd name="connsiteY157" fmla="*/ 558318 h 1126566"/>
              <a:gd name="connsiteX158" fmla="*/ 12192000 w 12192000"/>
              <a:gd name="connsiteY158" fmla="*/ 558295 h 1126566"/>
              <a:gd name="connsiteX159" fmla="*/ 12192000 w 12192000"/>
              <a:gd name="connsiteY159" fmla="*/ 1126566 h 1126566"/>
              <a:gd name="connsiteX160" fmla="*/ 0 w 12192000"/>
              <a:gd name="connsiteY160" fmla="*/ 1126566 h 1126566"/>
              <a:gd name="connsiteX161" fmla="*/ 0 w 12192000"/>
              <a:gd name="connsiteY161" fmla="*/ 401922 h 1126566"/>
              <a:gd name="connsiteX162" fmla="*/ 25242 w 12192000"/>
              <a:gd name="connsiteY162" fmla="*/ 388862 h 1126566"/>
              <a:gd name="connsiteX163" fmla="*/ 96922 w 12192000"/>
              <a:gd name="connsiteY163" fmla="*/ 357381 h 1126566"/>
              <a:gd name="connsiteX164" fmla="*/ 164580 w 12192000"/>
              <a:gd name="connsiteY164" fmla="*/ 322443 h 1126566"/>
              <a:gd name="connsiteX165" fmla="*/ 258712 w 12192000"/>
              <a:gd name="connsiteY165" fmla="*/ 286531 h 1126566"/>
              <a:gd name="connsiteX166" fmla="*/ 316354 w 12192000"/>
              <a:gd name="connsiteY166" fmla="*/ 238529 h 1126566"/>
              <a:gd name="connsiteX167" fmla="*/ 328834 w 12192000"/>
              <a:gd name="connsiteY167" fmla="*/ 240963 h 1126566"/>
              <a:gd name="connsiteX168" fmla="*/ 383414 w 12192000"/>
              <a:gd name="connsiteY168" fmla="*/ 221196 h 1126566"/>
              <a:gd name="connsiteX169" fmla="*/ 537708 w 12192000"/>
              <a:gd name="connsiteY169" fmla="*/ 119020 h 1126566"/>
              <a:gd name="connsiteX170" fmla="*/ 653257 w 12192000"/>
              <a:gd name="connsiteY170" fmla="*/ 91372 h 1126566"/>
              <a:gd name="connsiteX171" fmla="*/ 763197 w 12192000"/>
              <a:gd name="connsiteY171" fmla="*/ 59356 h 1126566"/>
              <a:gd name="connsiteX172" fmla="*/ 778208 w 12192000"/>
              <a:gd name="connsiteY172" fmla="*/ 63801 h 1126566"/>
              <a:gd name="connsiteX173" fmla="*/ 784725 w 12192000"/>
              <a:gd name="connsiteY173" fmla="*/ 62505 h 1126566"/>
              <a:gd name="connsiteX174" fmla="*/ 785400 w 12192000"/>
              <a:gd name="connsiteY174" fmla="*/ 62796 h 1126566"/>
              <a:gd name="connsiteX175" fmla="*/ 786774 w 12192000"/>
              <a:gd name="connsiteY175" fmla="*/ 62098 h 1126566"/>
              <a:gd name="connsiteX176" fmla="*/ 852003 w 12192000"/>
              <a:gd name="connsiteY176" fmla="*/ 61064 h 1126566"/>
              <a:gd name="connsiteX177" fmla="*/ 870719 w 12192000"/>
              <a:gd name="connsiteY177" fmla="*/ 47209 h 1126566"/>
              <a:gd name="connsiteX178" fmla="*/ 883786 w 12192000"/>
              <a:gd name="connsiteY178" fmla="*/ 45814 h 1126566"/>
              <a:gd name="connsiteX179" fmla="*/ 886400 w 12192000"/>
              <a:gd name="connsiteY179" fmla="*/ 43909 h 1126566"/>
              <a:gd name="connsiteX180" fmla="*/ 893881 w 12192000"/>
              <a:gd name="connsiteY180" fmla="*/ 40197 h 1126566"/>
              <a:gd name="connsiteX181" fmla="*/ 886282 w 12192000"/>
              <a:gd name="connsiteY181" fmla="*/ 36610 h 1126566"/>
              <a:gd name="connsiteX182" fmla="*/ 950274 w 12192000"/>
              <a:gd name="connsiteY182" fmla="*/ 20111 h 1126566"/>
              <a:gd name="connsiteX183" fmla="*/ 988432 w 12192000"/>
              <a:gd name="connsiteY183" fmla="*/ 24039 h 1126566"/>
              <a:gd name="connsiteX184" fmla="*/ 1048223 w 12192000"/>
              <a:gd name="connsiteY184" fmla="*/ 19791 h 1126566"/>
              <a:gd name="connsiteX185" fmla="*/ 1177886 w 12192000"/>
              <a:gd name="connsiteY185" fmla="*/ 30728 h 1126566"/>
              <a:gd name="connsiteX186" fmla="*/ 1305018 w 12192000"/>
              <a:gd name="connsiteY186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05176 w 12192000"/>
              <a:gd name="connsiteY97" fmla="*/ 542666 h 1126566"/>
              <a:gd name="connsiteX98" fmla="*/ 9616141 w 12192000"/>
              <a:gd name="connsiteY98" fmla="*/ 530976 h 1126566"/>
              <a:gd name="connsiteX99" fmla="*/ 966205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102484 w 12192000"/>
              <a:gd name="connsiteY111" fmla="*/ 441324 h 1126566"/>
              <a:gd name="connsiteX112" fmla="*/ 10199200 w 12192000"/>
              <a:gd name="connsiteY112" fmla="*/ 438197 h 1126566"/>
              <a:gd name="connsiteX113" fmla="*/ 10245648 w 12192000"/>
              <a:gd name="connsiteY113" fmla="*/ 438831 h 1126566"/>
              <a:gd name="connsiteX114" fmla="*/ 10369590 w 12192000"/>
              <a:gd name="connsiteY114" fmla="*/ 423377 h 1126566"/>
              <a:gd name="connsiteX115" fmla="*/ 10575777 w 12192000"/>
              <a:gd name="connsiteY115" fmla="*/ 355859 h 1126566"/>
              <a:gd name="connsiteX116" fmla="*/ 10638984 w 12192000"/>
              <a:gd name="connsiteY116" fmla="*/ 347416 h 1126566"/>
              <a:gd name="connsiteX117" fmla="*/ 10668356 w 12192000"/>
              <a:gd name="connsiteY117" fmla="*/ 340612 h 1126566"/>
              <a:gd name="connsiteX118" fmla="*/ 10732175 w 12192000"/>
              <a:gd name="connsiteY118" fmla="*/ 317549 h 1126566"/>
              <a:gd name="connsiteX119" fmla="*/ 10862886 w 12192000"/>
              <a:gd name="connsiteY119" fmla="*/ 313438 h 1126566"/>
              <a:gd name="connsiteX120" fmla="*/ 10963063 w 12192000"/>
              <a:gd name="connsiteY120" fmla="*/ 317771 h 1126566"/>
              <a:gd name="connsiteX121" fmla="*/ 11018562 w 12192000"/>
              <a:gd name="connsiteY121" fmla="*/ 316991 h 1126566"/>
              <a:gd name="connsiteX122" fmla="*/ 11059692 w 12192000"/>
              <a:gd name="connsiteY122" fmla="*/ 319983 h 1126566"/>
              <a:gd name="connsiteX123" fmla="*/ 11160371 w 12192000"/>
              <a:gd name="connsiteY123" fmla="*/ 308440 h 1126566"/>
              <a:gd name="connsiteX124" fmla="*/ 11178386 w 12192000"/>
              <a:gd name="connsiteY124" fmla="*/ 299490 h 1126566"/>
              <a:gd name="connsiteX125" fmla="*/ 11192494 w 12192000"/>
              <a:gd name="connsiteY125" fmla="*/ 296221 h 1126566"/>
              <a:gd name="connsiteX126" fmla="*/ 11199770 w 12192000"/>
              <a:gd name="connsiteY126" fmla="*/ 299772 h 1126566"/>
              <a:gd name="connsiteX127" fmla="*/ 11217258 w 12192000"/>
              <a:gd name="connsiteY127" fmla="*/ 293681 h 1126566"/>
              <a:gd name="connsiteX128" fmla="*/ 11245798 w 12192000"/>
              <a:gd name="connsiteY128" fmla="*/ 292170 h 1126566"/>
              <a:gd name="connsiteX129" fmla="*/ 11255992 w 12192000"/>
              <a:gd name="connsiteY129" fmla="*/ 291919 h 1126566"/>
              <a:gd name="connsiteX130" fmla="*/ 11264859 w 12192000"/>
              <a:gd name="connsiteY130" fmla="*/ 293937 h 1126566"/>
              <a:gd name="connsiteX131" fmla="*/ 11276151 w 12192000"/>
              <a:gd name="connsiteY131" fmla="*/ 293070 h 1126566"/>
              <a:gd name="connsiteX132" fmla="*/ 11279850 w 12192000"/>
              <a:gd name="connsiteY132" fmla="*/ 291330 h 1126566"/>
              <a:gd name="connsiteX133" fmla="*/ 11290818 w 12192000"/>
              <a:gd name="connsiteY133" fmla="*/ 291060 h 1126566"/>
              <a:gd name="connsiteX134" fmla="*/ 11296248 w 12192000"/>
              <a:gd name="connsiteY134" fmla="*/ 290163 h 1126566"/>
              <a:gd name="connsiteX135" fmla="*/ 11301652 w 12192000"/>
              <a:gd name="connsiteY135" fmla="*/ 290324 h 1126566"/>
              <a:gd name="connsiteX136" fmla="*/ 11339114 w 12192000"/>
              <a:gd name="connsiteY136" fmla="*/ 288153 h 1126566"/>
              <a:gd name="connsiteX137" fmla="*/ 11345146 w 12192000"/>
              <a:gd name="connsiteY137" fmla="*/ 290802 h 1126566"/>
              <a:gd name="connsiteX138" fmla="*/ 11400126 w 12192000"/>
              <a:gd name="connsiteY138" fmla="*/ 292287 h 1126566"/>
              <a:gd name="connsiteX139" fmla="*/ 11400420 w 12192000"/>
              <a:gd name="connsiteY139" fmla="*/ 293758 h 1126566"/>
              <a:gd name="connsiteX140" fmla="*/ 11413889 w 12192000"/>
              <a:gd name="connsiteY140" fmla="*/ 300516 h 1126566"/>
              <a:gd name="connsiteX141" fmla="*/ 11440688 w 12192000"/>
              <a:gd name="connsiteY141" fmla="*/ 310121 h 1126566"/>
              <a:gd name="connsiteX142" fmla="*/ 11496733 w 12192000"/>
              <a:gd name="connsiteY142" fmla="*/ 350225 h 1126566"/>
              <a:gd name="connsiteX143" fmla="*/ 11554005 w 12192000"/>
              <a:gd name="connsiteY143" fmla="*/ 351933 h 1126566"/>
              <a:gd name="connsiteX144" fmla="*/ 11565304 w 12192000"/>
              <a:gd name="connsiteY144" fmla="*/ 353069 h 1126566"/>
              <a:gd name="connsiteX145" fmla="*/ 11565435 w 12192000"/>
              <a:gd name="connsiteY145" fmla="*/ 353419 h 1126566"/>
              <a:gd name="connsiteX146" fmla="*/ 11577168 w 12192000"/>
              <a:gd name="connsiteY146" fmla="*/ 355270 h 1126566"/>
              <a:gd name="connsiteX147" fmla="*/ 11607823 w 12192000"/>
              <a:gd name="connsiteY147" fmla="*/ 357347 h 1126566"/>
              <a:gd name="connsiteX148" fmla="*/ 11664276 w 12192000"/>
              <a:gd name="connsiteY148" fmla="*/ 386951 h 1126566"/>
              <a:gd name="connsiteX149" fmla="*/ 11786197 w 12192000"/>
              <a:gd name="connsiteY149" fmla="*/ 477948 h 1126566"/>
              <a:gd name="connsiteX150" fmla="*/ 11866598 w 12192000"/>
              <a:gd name="connsiteY150" fmla="*/ 486803 h 1126566"/>
              <a:gd name="connsiteX151" fmla="*/ 11916744 w 12192000"/>
              <a:gd name="connsiteY151" fmla="*/ 502917 h 1126566"/>
              <a:gd name="connsiteX152" fmla="*/ 11949248 w 12192000"/>
              <a:gd name="connsiteY152" fmla="*/ 518881 h 1126566"/>
              <a:gd name="connsiteX153" fmla="*/ 11951002 w 12192000"/>
              <a:gd name="connsiteY153" fmla="*/ 518735 h 1126566"/>
              <a:gd name="connsiteX154" fmla="*/ 12026007 w 12192000"/>
              <a:gd name="connsiteY154" fmla="*/ 534384 h 1126566"/>
              <a:gd name="connsiteX155" fmla="*/ 12035188 w 12192000"/>
              <a:gd name="connsiteY155" fmla="*/ 529609 h 1126566"/>
              <a:gd name="connsiteX156" fmla="*/ 12115225 w 12192000"/>
              <a:gd name="connsiteY156" fmla="*/ 561895 h 1126566"/>
              <a:gd name="connsiteX157" fmla="*/ 12191636 w 12192000"/>
              <a:gd name="connsiteY157" fmla="*/ 558318 h 1126566"/>
              <a:gd name="connsiteX158" fmla="*/ 12192000 w 12192000"/>
              <a:gd name="connsiteY158" fmla="*/ 558295 h 1126566"/>
              <a:gd name="connsiteX159" fmla="*/ 12192000 w 12192000"/>
              <a:gd name="connsiteY159" fmla="*/ 1126566 h 1126566"/>
              <a:gd name="connsiteX160" fmla="*/ 0 w 12192000"/>
              <a:gd name="connsiteY160" fmla="*/ 1126566 h 1126566"/>
              <a:gd name="connsiteX161" fmla="*/ 0 w 12192000"/>
              <a:gd name="connsiteY161" fmla="*/ 401922 h 1126566"/>
              <a:gd name="connsiteX162" fmla="*/ 25242 w 12192000"/>
              <a:gd name="connsiteY162" fmla="*/ 388862 h 1126566"/>
              <a:gd name="connsiteX163" fmla="*/ 96922 w 12192000"/>
              <a:gd name="connsiteY163" fmla="*/ 357381 h 1126566"/>
              <a:gd name="connsiteX164" fmla="*/ 164580 w 12192000"/>
              <a:gd name="connsiteY164" fmla="*/ 322443 h 1126566"/>
              <a:gd name="connsiteX165" fmla="*/ 258712 w 12192000"/>
              <a:gd name="connsiteY165" fmla="*/ 286531 h 1126566"/>
              <a:gd name="connsiteX166" fmla="*/ 316354 w 12192000"/>
              <a:gd name="connsiteY166" fmla="*/ 238529 h 1126566"/>
              <a:gd name="connsiteX167" fmla="*/ 328834 w 12192000"/>
              <a:gd name="connsiteY167" fmla="*/ 240963 h 1126566"/>
              <a:gd name="connsiteX168" fmla="*/ 383414 w 12192000"/>
              <a:gd name="connsiteY168" fmla="*/ 221196 h 1126566"/>
              <a:gd name="connsiteX169" fmla="*/ 537708 w 12192000"/>
              <a:gd name="connsiteY169" fmla="*/ 119020 h 1126566"/>
              <a:gd name="connsiteX170" fmla="*/ 653257 w 12192000"/>
              <a:gd name="connsiteY170" fmla="*/ 91372 h 1126566"/>
              <a:gd name="connsiteX171" fmla="*/ 763197 w 12192000"/>
              <a:gd name="connsiteY171" fmla="*/ 59356 h 1126566"/>
              <a:gd name="connsiteX172" fmla="*/ 778208 w 12192000"/>
              <a:gd name="connsiteY172" fmla="*/ 63801 h 1126566"/>
              <a:gd name="connsiteX173" fmla="*/ 784725 w 12192000"/>
              <a:gd name="connsiteY173" fmla="*/ 62505 h 1126566"/>
              <a:gd name="connsiteX174" fmla="*/ 785400 w 12192000"/>
              <a:gd name="connsiteY174" fmla="*/ 62796 h 1126566"/>
              <a:gd name="connsiteX175" fmla="*/ 786774 w 12192000"/>
              <a:gd name="connsiteY175" fmla="*/ 62098 h 1126566"/>
              <a:gd name="connsiteX176" fmla="*/ 852003 w 12192000"/>
              <a:gd name="connsiteY176" fmla="*/ 61064 h 1126566"/>
              <a:gd name="connsiteX177" fmla="*/ 870719 w 12192000"/>
              <a:gd name="connsiteY177" fmla="*/ 47209 h 1126566"/>
              <a:gd name="connsiteX178" fmla="*/ 883786 w 12192000"/>
              <a:gd name="connsiteY178" fmla="*/ 45814 h 1126566"/>
              <a:gd name="connsiteX179" fmla="*/ 886400 w 12192000"/>
              <a:gd name="connsiteY179" fmla="*/ 43909 h 1126566"/>
              <a:gd name="connsiteX180" fmla="*/ 893881 w 12192000"/>
              <a:gd name="connsiteY180" fmla="*/ 40197 h 1126566"/>
              <a:gd name="connsiteX181" fmla="*/ 886282 w 12192000"/>
              <a:gd name="connsiteY181" fmla="*/ 36610 h 1126566"/>
              <a:gd name="connsiteX182" fmla="*/ 950274 w 12192000"/>
              <a:gd name="connsiteY182" fmla="*/ 20111 h 1126566"/>
              <a:gd name="connsiteX183" fmla="*/ 988432 w 12192000"/>
              <a:gd name="connsiteY183" fmla="*/ 24039 h 1126566"/>
              <a:gd name="connsiteX184" fmla="*/ 1048223 w 12192000"/>
              <a:gd name="connsiteY184" fmla="*/ 19791 h 1126566"/>
              <a:gd name="connsiteX185" fmla="*/ 1177886 w 12192000"/>
              <a:gd name="connsiteY185" fmla="*/ 30728 h 1126566"/>
              <a:gd name="connsiteX186" fmla="*/ 1305018 w 12192000"/>
              <a:gd name="connsiteY186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808358 w 12192000"/>
              <a:gd name="connsiteY86" fmla="*/ 65469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05176 w 12192000"/>
              <a:gd name="connsiteY97" fmla="*/ 542666 h 1126566"/>
              <a:gd name="connsiteX98" fmla="*/ 9581851 w 12192000"/>
              <a:gd name="connsiteY98" fmla="*/ 530976 h 1126566"/>
              <a:gd name="connsiteX99" fmla="*/ 966205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102484 w 12192000"/>
              <a:gd name="connsiteY111" fmla="*/ 441324 h 1126566"/>
              <a:gd name="connsiteX112" fmla="*/ 10199200 w 12192000"/>
              <a:gd name="connsiteY112" fmla="*/ 438197 h 1126566"/>
              <a:gd name="connsiteX113" fmla="*/ 10245648 w 12192000"/>
              <a:gd name="connsiteY113" fmla="*/ 438831 h 1126566"/>
              <a:gd name="connsiteX114" fmla="*/ 10369590 w 12192000"/>
              <a:gd name="connsiteY114" fmla="*/ 423377 h 1126566"/>
              <a:gd name="connsiteX115" fmla="*/ 10575777 w 12192000"/>
              <a:gd name="connsiteY115" fmla="*/ 355859 h 1126566"/>
              <a:gd name="connsiteX116" fmla="*/ 10638984 w 12192000"/>
              <a:gd name="connsiteY116" fmla="*/ 347416 h 1126566"/>
              <a:gd name="connsiteX117" fmla="*/ 10668356 w 12192000"/>
              <a:gd name="connsiteY117" fmla="*/ 340612 h 1126566"/>
              <a:gd name="connsiteX118" fmla="*/ 10732175 w 12192000"/>
              <a:gd name="connsiteY118" fmla="*/ 317549 h 1126566"/>
              <a:gd name="connsiteX119" fmla="*/ 10862886 w 12192000"/>
              <a:gd name="connsiteY119" fmla="*/ 313438 h 1126566"/>
              <a:gd name="connsiteX120" fmla="*/ 10963063 w 12192000"/>
              <a:gd name="connsiteY120" fmla="*/ 317771 h 1126566"/>
              <a:gd name="connsiteX121" fmla="*/ 11018562 w 12192000"/>
              <a:gd name="connsiteY121" fmla="*/ 316991 h 1126566"/>
              <a:gd name="connsiteX122" fmla="*/ 11059692 w 12192000"/>
              <a:gd name="connsiteY122" fmla="*/ 319983 h 1126566"/>
              <a:gd name="connsiteX123" fmla="*/ 11160371 w 12192000"/>
              <a:gd name="connsiteY123" fmla="*/ 308440 h 1126566"/>
              <a:gd name="connsiteX124" fmla="*/ 11178386 w 12192000"/>
              <a:gd name="connsiteY124" fmla="*/ 299490 h 1126566"/>
              <a:gd name="connsiteX125" fmla="*/ 11192494 w 12192000"/>
              <a:gd name="connsiteY125" fmla="*/ 296221 h 1126566"/>
              <a:gd name="connsiteX126" fmla="*/ 11199770 w 12192000"/>
              <a:gd name="connsiteY126" fmla="*/ 299772 h 1126566"/>
              <a:gd name="connsiteX127" fmla="*/ 11217258 w 12192000"/>
              <a:gd name="connsiteY127" fmla="*/ 293681 h 1126566"/>
              <a:gd name="connsiteX128" fmla="*/ 11245798 w 12192000"/>
              <a:gd name="connsiteY128" fmla="*/ 292170 h 1126566"/>
              <a:gd name="connsiteX129" fmla="*/ 11255992 w 12192000"/>
              <a:gd name="connsiteY129" fmla="*/ 291919 h 1126566"/>
              <a:gd name="connsiteX130" fmla="*/ 11264859 w 12192000"/>
              <a:gd name="connsiteY130" fmla="*/ 293937 h 1126566"/>
              <a:gd name="connsiteX131" fmla="*/ 11276151 w 12192000"/>
              <a:gd name="connsiteY131" fmla="*/ 293070 h 1126566"/>
              <a:gd name="connsiteX132" fmla="*/ 11279850 w 12192000"/>
              <a:gd name="connsiteY132" fmla="*/ 291330 h 1126566"/>
              <a:gd name="connsiteX133" fmla="*/ 11290818 w 12192000"/>
              <a:gd name="connsiteY133" fmla="*/ 291060 h 1126566"/>
              <a:gd name="connsiteX134" fmla="*/ 11296248 w 12192000"/>
              <a:gd name="connsiteY134" fmla="*/ 290163 h 1126566"/>
              <a:gd name="connsiteX135" fmla="*/ 11301652 w 12192000"/>
              <a:gd name="connsiteY135" fmla="*/ 290324 h 1126566"/>
              <a:gd name="connsiteX136" fmla="*/ 11339114 w 12192000"/>
              <a:gd name="connsiteY136" fmla="*/ 288153 h 1126566"/>
              <a:gd name="connsiteX137" fmla="*/ 11345146 w 12192000"/>
              <a:gd name="connsiteY137" fmla="*/ 290802 h 1126566"/>
              <a:gd name="connsiteX138" fmla="*/ 11400126 w 12192000"/>
              <a:gd name="connsiteY138" fmla="*/ 292287 h 1126566"/>
              <a:gd name="connsiteX139" fmla="*/ 11400420 w 12192000"/>
              <a:gd name="connsiteY139" fmla="*/ 293758 h 1126566"/>
              <a:gd name="connsiteX140" fmla="*/ 11413889 w 12192000"/>
              <a:gd name="connsiteY140" fmla="*/ 300516 h 1126566"/>
              <a:gd name="connsiteX141" fmla="*/ 11440688 w 12192000"/>
              <a:gd name="connsiteY141" fmla="*/ 310121 h 1126566"/>
              <a:gd name="connsiteX142" fmla="*/ 11496733 w 12192000"/>
              <a:gd name="connsiteY142" fmla="*/ 350225 h 1126566"/>
              <a:gd name="connsiteX143" fmla="*/ 11554005 w 12192000"/>
              <a:gd name="connsiteY143" fmla="*/ 351933 h 1126566"/>
              <a:gd name="connsiteX144" fmla="*/ 11565304 w 12192000"/>
              <a:gd name="connsiteY144" fmla="*/ 353069 h 1126566"/>
              <a:gd name="connsiteX145" fmla="*/ 11565435 w 12192000"/>
              <a:gd name="connsiteY145" fmla="*/ 353419 h 1126566"/>
              <a:gd name="connsiteX146" fmla="*/ 11577168 w 12192000"/>
              <a:gd name="connsiteY146" fmla="*/ 355270 h 1126566"/>
              <a:gd name="connsiteX147" fmla="*/ 11607823 w 12192000"/>
              <a:gd name="connsiteY147" fmla="*/ 357347 h 1126566"/>
              <a:gd name="connsiteX148" fmla="*/ 11664276 w 12192000"/>
              <a:gd name="connsiteY148" fmla="*/ 386951 h 1126566"/>
              <a:gd name="connsiteX149" fmla="*/ 11786197 w 12192000"/>
              <a:gd name="connsiteY149" fmla="*/ 477948 h 1126566"/>
              <a:gd name="connsiteX150" fmla="*/ 11866598 w 12192000"/>
              <a:gd name="connsiteY150" fmla="*/ 486803 h 1126566"/>
              <a:gd name="connsiteX151" fmla="*/ 11916744 w 12192000"/>
              <a:gd name="connsiteY151" fmla="*/ 502917 h 1126566"/>
              <a:gd name="connsiteX152" fmla="*/ 11949248 w 12192000"/>
              <a:gd name="connsiteY152" fmla="*/ 518881 h 1126566"/>
              <a:gd name="connsiteX153" fmla="*/ 11951002 w 12192000"/>
              <a:gd name="connsiteY153" fmla="*/ 518735 h 1126566"/>
              <a:gd name="connsiteX154" fmla="*/ 12026007 w 12192000"/>
              <a:gd name="connsiteY154" fmla="*/ 534384 h 1126566"/>
              <a:gd name="connsiteX155" fmla="*/ 12035188 w 12192000"/>
              <a:gd name="connsiteY155" fmla="*/ 529609 h 1126566"/>
              <a:gd name="connsiteX156" fmla="*/ 12115225 w 12192000"/>
              <a:gd name="connsiteY156" fmla="*/ 561895 h 1126566"/>
              <a:gd name="connsiteX157" fmla="*/ 12191636 w 12192000"/>
              <a:gd name="connsiteY157" fmla="*/ 558318 h 1126566"/>
              <a:gd name="connsiteX158" fmla="*/ 12192000 w 12192000"/>
              <a:gd name="connsiteY158" fmla="*/ 558295 h 1126566"/>
              <a:gd name="connsiteX159" fmla="*/ 12192000 w 12192000"/>
              <a:gd name="connsiteY159" fmla="*/ 1126566 h 1126566"/>
              <a:gd name="connsiteX160" fmla="*/ 0 w 12192000"/>
              <a:gd name="connsiteY160" fmla="*/ 1126566 h 1126566"/>
              <a:gd name="connsiteX161" fmla="*/ 0 w 12192000"/>
              <a:gd name="connsiteY161" fmla="*/ 401922 h 1126566"/>
              <a:gd name="connsiteX162" fmla="*/ 25242 w 12192000"/>
              <a:gd name="connsiteY162" fmla="*/ 388862 h 1126566"/>
              <a:gd name="connsiteX163" fmla="*/ 96922 w 12192000"/>
              <a:gd name="connsiteY163" fmla="*/ 357381 h 1126566"/>
              <a:gd name="connsiteX164" fmla="*/ 164580 w 12192000"/>
              <a:gd name="connsiteY164" fmla="*/ 322443 h 1126566"/>
              <a:gd name="connsiteX165" fmla="*/ 258712 w 12192000"/>
              <a:gd name="connsiteY165" fmla="*/ 286531 h 1126566"/>
              <a:gd name="connsiteX166" fmla="*/ 316354 w 12192000"/>
              <a:gd name="connsiteY166" fmla="*/ 238529 h 1126566"/>
              <a:gd name="connsiteX167" fmla="*/ 328834 w 12192000"/>
              <a:gd name="connsiteY167" fmla="*/ 240963 h 1126566"/>
              <a:gd name="connsiteX168" fmla="*/ 383414 w 12192000"/>
              <a:gd name="connsiteY168" fmla="*/ 221196 h 1126566"/>
              <a:gd name="connsiteX169" fmla="*/ 537708 w 12192000"/>
              <a:gd name="connsiteY169" fmla="*/ 119020 h 1126566"/>
              <a:gd name="connsiteX170" fmla="*/ 653257 w 12192000"/>
              <a:gd name="connsiteY170" fmla="*/ 91372 h 1126566"/>
              <a:gd name="connsiteX171" fmla="*/ 763197 w 12192000"/>
              <a:gd name="connsiteY171" fmla="*/ 59356 h 1126566"/>
              <a:gd name="connsiteX172" fmla="*/ 778208 w 12192000"/>
              <a:gd name="connsiteY172" fmla="*/ 63801 h 1126566"/>
              <a:gd name="connsiteX173" fmla="*/ 784725 w 12192000"/>
              <a:gd name="connsiteY173" fmla="*/ 62505 h 1126566"/>
              <a:gd name="connsiteX174" fmla="*/ 785400 w 12192000"/>
              <a:gd name="connsiteY174" fmla="*/ 62796 h 1126566"/>
              <a:gd name="connsiteX175" fmla="*/ 786774 w 12192000"/>
              <a:gd name="connsiteY175" fmla="*/ 62098 h 1126566"/>
              <a:gd name="connsiteX176" fmla="*/ 852003 w 12192000"/>
              <a:gd name="connsiteY176" fmla="*/ 61064 h 1126566"/>
              <a:gd name="connsiteX177" fmla="*/ 870719 w 12192000"/>
              <a:gd name="connsiteY177" fmla="*/ 47209 h 1126566"/>
              <a:gd name="connsiteX178" fmla="*/ 883786 w 12192000"/>
              <a:gd name="connsiteY178" fmla="*/ 45814 h 1126566"/>
              <a:gd name="connsiteX179" fmla="*/ 886400 w 12192000"/>
              <a:gd name="connsiteY179" fmla="*/ 43909 h 1126566"/>
              <a:gd name="connsiteX180" fmla="*/ 893881 w 12192000"/>
              <a:gd name="connsiteY180" fmla="*/ 40197 h 1126566"/>
              <a:gd name="connsiteX181" fmla="*/ 886282 w 12192000"/>
              <a:gd name="connsiteY181" fmla="*/ 36610 h 1126566"/>
              <a:gd name="connsiteX182" fmla="*/ 950274 w 12192000"/>
              <a:gd name="connsiteY182" fmla="*/ 20111 h 1126566"/>
              <a:gd name="connsiteX183" fmla="*/ 988432 w 12192000"/>
              <a:gd name="connsiteY183" fmla="*/ 24039 h 1126566"/>
              <a:gd name="connsiteX184" fmla="*/ 1048223 w 12192000"/>
              <a:gd name="connsiteY184" fmla="*/ 19791 h 1126566"/>
              <a:gd name="connsiteX185" fmla="*/ 1177886 w 12192000"/>
              <a:gd name="connsiteY185" fmla="*/ 30728 h 1126566"/>
              <a:gd name="connsiteX186" fmla="*/ 1305018 w 12192000"/>
              <a:gd name="connsiteY186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777878 w 12192000"/>
              <a:gd name="connsiteY86" fmla="*/ 63945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12175 w 12192000"/>
              <a:gd name="connsiteY90" fmla="*/ 660908 h 1126566"/>
              <a:gd name="connsiteX91" fmla="*/ 8969814 w 12192000"/>
              <a:gd name="connsiteY91" fmla="*/ 639833 h 1126566"/>
              <a:gd name="connsiteX92" fmla="*/ 8996241 w 12192000"/>
              <a:gd name="connsiteY92" fmla="*/ 655221 h 1126566"/>
              <a:gd name="connsiteX93" fmla="*/ 9092152 w 12192000"/>
              <a:gd name="connsiteY93" fmla="*/ 609097 h 1126566"/>
              <a:gd name="connsiteX94" fmla="*/ 9156546 w 12192000"/>
              <a:gd name="connsiteY94" fmla="*/ 585468 h 1126566"/>
              <a:gd name="connsiteX95" fmla="*/ 9194830 w 12192000"/>
              <a:gd name="connsiteY95" fmla="*/ 571148 h 1126566"/>
              <a:gd name="connsiteX96" fmla="*/ 9314188 w 12192000"/>
              <a:gd name="connsiteY96" fmla="*/ 547301 h 1126566"/>
              <a:gd name="connsiteX97" fmla="*/ 9505176 w 12192000"/>
              <a:gd name="connsiteY97" fmla="*/ 542666 h 1126566"/>
              <a:gd name="connsiteX98" fmla="*/ 9581851 w 12192000"/>
              <a:gd name="connsiteY98" fmla="*/ 530976 h 1126566"/>
              <a:gd name="connsiteX99" fmla="*/ 9662056 w 12192000"/>
              <a:gd name="connsiteY99" fmla="*/ 524035 h 1126566"/>
              <a:gd name="connsiteX100" fmla="*/ 9724197 w 12192000"/>
              <a:gd name="connsiteY100" fmla="*/ 528337 h 1126566"/>
              <a:gd name="connsiteX101" fmla="*/ 9837846 w 12192000"/>
              <a:gd name="connsiteY101" fmla="*/ 492977 h 1126566"/>
              <a:gd name="connsiteX102" fmla="*/ 9917440 w 12192000"/>
              <a:gd name="connsiteY102" fmla="*/ 459605 h 1126566"/>
              <a:gd name="connsiteX103" fmla="*/ 9918439 w 12192000"/>
              <a:gd name="connsiteY103" fmla="*/ 453114 h 1126566"/>
              <a:gd name="connsiteX104" fmla="*/ 9953039 w 12192000"/>
              <a:gd name="connsiteY104" fmla="*/ 452486 h 1126566"/>
              <a:gd name="connsiteX105" fmla="*/ 9988183 w 12192000"/>
              <a:gd name="connsiteY105" fmla="*/ 448079 h 1126566"/>
              <a:gd name="connsiteX106" fmla="*/ 9991965 w 12192000"/>
              <a:gd name="connsiteY106" fmla="*/ 435969 h 1126566"/>
              <a:gd name="connsiteX107" fmla="*/ 9986932 w 12192000"/>
              <a:gd name="connsiteY107" fmla="*/ 431168 h 1126566"/>
              <a:gd name="connsiteX108" fmla="*/ 9996190 w 12192000"/>
              <a:gd name="connsiteY108" fmla="*/ 429066 h 1126566"/>
              <a:gd name="connsiteX109" fmla="*/ 9999786 w 12192000"/>
              <a:gd name="connsiteY109" fmla="*/ 427758 h 1126566"/>
              <a:gd name="connsiteX110" fmla="*/ 10012936 w 12192000"/>
              <a:gd name="connsiteY110" fmla="*/ 428884 h 1126566"/>
              <a:gd name="connsiteX111" fmla="*/ 10102484 w 12192000"/>
              <a:gd name="connsiteY111" fmla="*/ 441324 h 1126566"/>
              <a:gd name="connsiteX112" fmla="*/ 10199200 w 12192000"/>
              <a:gd name="connsiteY112" fmla="*/ 438197 h 1126566"/>
              <a:gd name="connsiteX113" fmla="*/ 10245648 w 12192000"/>
              <a:gd name="connsiteY113" fmla="*/ 438831 h 1126566"/>
              <a:gd name="connsiteX114" fmla="*/ 10369590 w 12192000"/>
              <a:gd name="connsiteY114" fmla="*/ 423377 h 1126566"/>
              <a:gd name="connsiteX115" fmla="*/ 10575777 w 12192000"/>
              <a:gd name="connsiteY115" fmla="*/ 355859 h 1126566"/>
              <a:gd name="connsiteX116" fmla="*/ 10638984 w 12192000"/>
              <a:gd name="connsiteY116" fmla="*/ 347416 h 1126566"/>
              <a:gd name="connsiteX117" fmla="*/ 10668356 w 12192000"/>
              <a:gd name="connsiteY117" fmla="*/ 340612 h 1126566"/>
              <a:gd name="connsiteX118" fmla="*/ 10732175 w 12192000"/>
              <a:gd name="connsiteY118" fmla="*/ 317549 h 1126566"/>
              <a:gd name="connsiteX119" fmla="*/ 10862886 w 12192000"/>
              <a:gd name="connsiteY119" fmla="*/ 313438 h 1126566"/>
              <a:gd name="connsiteX120" fmla="*/ 10963063 w 12192000"/>
              <a:gd name="connsiteY120" fmla="*/ 317771 h 1126566"/>
              <a:gd name="connsiteX121" fmla="*/ 11018562 w 12192000"/>
              <a:gd name="connsiteY121" fmla="*/ 316991 h 1126566"/>
              <a:gd name="connsiteX122" fmla="*/ 11059692 w 12192000"/>
              <a:gd name="connsiteY122" fmla="*/ 319983 h 1126566"/>
              <a:gd name="connsiteX123" fmla="*/ 11160371 w 12192000"/>
              <a:gd name="connsiteY123" fmla="*/ 308440 h 1126566"/>
              <a:gd name="connsiteX124" fmla="*/ 11178386 w 12192000"/>
              <a:gd name="connsiteY124" fmla="*/ 299490 h 1126566"/>
              <a:gd name="connsiteX125" fmla="*/ 11192494 w 12192000"/>
              <a:gd name="connsiteY125" fmla="*/ 296221 h 1126566"/>
              <a:gd name="connsiteX126" fmla="*/ 11199770 w 12192000"/>
              <a:gd name="connsiteY126" fmla="*/ 299772 h 1126566"/>
              <a:gd name="connsiteX127" fmla="*/ 11217258 w 12192000"/>
              <a:gd name="connsiteY127" fmla="*/ 293681 h 1126566"/>
              <a:gd name="connsiteX128" fmla="*/ 11245798 w 12192000"/>
              <a:gd name="connsiteY128" fmla="*/ 292170 h 1126566"/>
              <a:gd name="connsiteX129" fmla="*/ 11255992 w 12192000"/>
              <a:gd name="connsiteY129" fmla="*/ 291919 h 1126566"/>
              <a:gd name="connsiteX130" fmla="*/ 11264859 w 12192000"/>
              <a:gd name="connsiteY130" fmla="*/ 293937 h 1126566"/>
              <a:gd name="connsiteX131" fmla="*/ 11276151 w 12192000"/>
              <a:gd name="connsiteY131" fmla="*/ 293070 h 1126566"/>
              <a:gd name="connsiteX132" fmla="*/ 11279850 w 12192000"/>
              <a:gd name="connsiteY132" fmla="*/ 291330 h 1126566"/>
              <a:gd name="connsiteX133" fmla="*/ 11290818 w 12192000"/>
              <a:gd name="connsiteY133" fmla="*/ 291060 h 1126566"/>
              <a:gd name="connsiteX134" fmla="*/ 11296248 w 12192000"/>
              <a:gd name="connsiteY134" fmla="*/ 290163 h 1126566"/>
              <a:gd name="connsiteX135" fmla="*/ 11301652 w 12192000"/>
              <a:gd name="connsiteY135" fmla="*/ 290324 h 1126566"/>
              <a:gd name="connsiteX136" fmla="*/ 11339114 w 12192000"/>
              <a:gd name="connsiteY136" fmla="*/ 288153 h 1126566"/>
              <a:gd name="connsiteX137" fmla="*/ 11345146 w 12192000"/>
              <a:gd name="connsiteY137" fmla="*/ 290802 h 1126566"/>
              <a:gd name="connsiteX138" fmla="*/ 11400126 w 12192000"/>
              <a:gd name="connsiteY138" fmla="*/ 292287 h 1126566"/>
              <a:gd name="connsiteX139" fmla="*/ 11400420 w 12192000"/>
              <a:gd name="connsiteY139" fmla="*/ 293758 h 1126566"/>
              <a:gd name="connsiteX140" fmla="*/ 11413889 w 12192000"/>
              <a:gd name="connsiteY140" fmla="*/ 300516 h 1126566"/>
              <a:gd name="connsiteX141" fmla="*/ 11440688 w 12192000"/>
              <a:gd name="connsiteY141" fmla="*/ 310121 h 1126566"/>
              <a:gd name="connsiteX142" fmla="*/ 11496733 w 12192000"/>
              <a:gd name="connsiteY142" fmla="*/ 350225 h 1126566"/>
              <a:gd name="connsiteX143" fmla="*/ 11554005 w 12192000"/>
              <a:gd name="connsiteY143" fmla="*/ 351933 h 1126566"/>
              <a:gd name="connsiteX144" fmla="*/ 11565304 w 12192000"/>
              <a:gd name="connsiteY144" fmla="*/ 353069 h 1126566"/>
              <a:gd name="connsiteX145" fmla="*/ 11565435 w 12192000"/>
              <a:gd name="connsiteY145" fmla="*/ 353419 h 1126566"/>
              <a:gd name="connsiteX146" fmla="*/ 11577168 w 12192000"/>
              <a:gd name="connsiteY146" fmla="*/ 355270 h 1126566"/>
              <a:gd name="connsiteX147" fmla="*/ 11607823 w 12192000"/>
              <a:gd name="connsiteY147" fmla="*/ 357347 h 1126566"/>
              <a:gd name="connsiteX148" fmla="*/ 11664276 w 12192000"/>
              <a:gd name="connsiteY148" fmla="*/ 386951 h 1126566"/>
              <a:gd name="connsiteX149" fmla="*/ 11786197 w 12192000"/>
              <a:gd name="connsiteY149" fmla="*/ 477948 h 1126566"/>
              <a:gd name="connsiteX150" fmla="*/ 11866598 w 12192000"/>
              <a:gd name="connsiteY150" fmla="*/ 486803 h 1126566"/>
              <a:gd name="connsiteX151" fmla="*/ 11916744 w 12192000"/>
              <a:gd name="connsiteY151" fmla="*/ 502917 h 1126566"/>
              <a:gd name="connsiteX152" fmla="*/ 11949248 w 12192000"/>
              <a:gd name="connsiteY152" fmla="*/ 518881 h 1126566"/>
              <a:gd name="connsiteX153" fmla="*/ 11951002 w 12192000"/>
              <a:gd name="connsiteY153" fmla="*/ 518735 h 1126566"/>
              <a:gd name="connsiteX154" fmla="*/ 12026007 w 12192000"/>
              <a:gd name="connsiteY154" fmla="*/ 534384 h 1126566"/>
              <a:gd name="connsiteX155" fmla="*/ 12035188 w 12192000"/>
              <a:gd name="connsiteY155" fmla="*/ 529609 h 1126566"/>
              <a:gd name="connsiteX156" fmla="*/ 12115225 w 12192000"/>
              <a:gd name="connsiteY156" fmla="*/ 561895 h 1126566"/>
              <a:gd name="connsiteX157" fmla="*/ 12191636 w 12192000"/>
              <a:gd name="connsiteY157" fmla="*/ 558318 h 1126566"/>
              <a:gd name="connsiteX158" fmla="*/ 12192000 w 12192000"/>
              <a:gd name="connsiteY158" fmla="*/ 558295 h 1126566"/>
              <a:gd name="connsiteX159" fmla="*/ 12192000 w 12192000"/>
              <a:gd name="connsiteY159" fmla="*/ 1126566 h 1126566"/>
              <a:gd name="connsiteX160" fmla="*/ 0 w 12192000"/>
              <a:gd name="connsiteY160" fmla="*/ 1126566 h 1126566"/>
              <a:gd name="connsiteX161" fmla="*/ 0 w 12192000"/>
              <a:gd name="connsiteY161" fmla="*/ 401922 h 1126566"/>
              <a:gd name="connsiteX162" fmla="*/ 25242 w 12192000"/>
              <a:gd name="connsiteY162" fmla="*/ 388862 h 1126566"/>
              <a:gd name="connsiteX163" fmla="*/ 96922 w 12192000"/>
              <a:gd name="connsiteY163" fmla="*/ 357381 h 1126566"/>
              <a:gd name="connsiteX164" fmla="*/ 164580 w 12192000"/>
              <a:gd name="connsiteY164" fmla="*/ 322443 h 1126566"/>
              <a:gd name="connsiteX165" fmla="*/ 258712 w 12192000"/>
              <a:gd name="connsiteY165" fmla="*/ 286531 h 1126566"/>
              <a:gd name="connsiteX166" fmla="*/ 316354 w 12192000"/>
              <a:gd name="connsiteY166" fmla="*/ 238529 h 1126566"/>
              <a:gd name="connsiteX167" fmla="*/ 328834 w 12192000"/>
              <a:gd name="connsiteY167" fmla="*/ 240963 h 1126566"/>
              <a:gd name="connsiteX168" fmla="*/ 383414 w 12192000"/>
              <a:gd name="connsiteY168" fmla="*/ 221196 h 1126566"/>
              <a:gd name="connsiteX169" fmla="*/ 537708 w 12192000"/>
              <a:gd name="connsiteY169" fmla="*/ 119020 h 1126566"/>
              <a:gd name="connsiteX170" fmla="*/ 653257 w 12192000"/>
              <a:gd name="connsiteY170" fmla="*/ 91372 h 1126566"/>
              <a:gd name="connsiteX171" fmla="*/ 763197 w 12192000"/>
              <a:gd name="connsiteY171" fmla="*/ 59356 h 1126566"/>
              <a:gd name="connsiteX172" fmla="*/ 778208 w 12192000"/>
              <a:gd name="connsiteY172" fmla="*/ 63801 h 1126566"/>
              <a:gd name="connsiteX173" fmla="*/ 784725 w 12192000"/>
              <a:gd name="connsiteY173" fmla="*/ 62505 h 1126566"/>
              <a:gd name="connsiteX174" fmla="*/ 785400 w 12192000"/>
              <a:gd name="connsiteY174" fmla="*/ 62796 h 1126566"/>
              <a:gd name="connsiteX175" fmla="*/ 786774 w 12192000"/>
              <a:gd name="connsiteY175" fmla="*/ 62098 h 1126566"/>
              <a:gd name="connsiteX176" fmla="*/ 852003 w 12192000"/>
              <a:gd name="connsiteY176" fmla="*/ 61064 h 1126566"/>
              <a:gd name="connsiteX177" fmla="*/ 870719 w 12192000"/>
              <a:gd name="connsiteY177" fmla="*/ 47209 h 1126566"/>
              <a:gd name="connsiteX178" fmla="*/ 883786 w 12192000"/>
              <a:gd name="connsiteY178" fmla="*/ 45814 h 1126566"/>
              <a:gd name="connsiteX179" fmla="*/ 886400 w 12192000"/>
              <a:gd name="connsiteY179" fmla="*/ 43909 h 1126566"/>
              <a:gd name="connsiteX180" fmla="*/ 893881 w 12192000"/>
              <a:gd name="connsiteY180" fmla="*/ 40197 h 1126566"/>
              <a:gd name="connsiteX181" fmla="*/ 886282 w 12192000"/>
              <a:gd name="connsiteY181" fmla="*/ 36610 h 1126566"/>
              <a:gd name="connsiteX182" fmla="*/ 950274 w 12192000"/>
              <a:gd name="connsiteY182" fmla="*/ 20111 h 1126566"/>
              <a:gd name="connsiteX183" fmla="*/ 988432 w 12192000"/>
              <a:gd name="connsiteY183" fmla="*/ 24039 h 1126566"/>
              <a:gd name="connsiteX184" fmla="*/ 1048223 w 12192000"/>
              <a:gd name="connsiteY184" fmla="*/ 19791 h 1126566"/>
              <a:gd name="connsiteX185" fmla="*/ 1177886 w 12192000"/>
              <a:gd name="connsiteY185" fmla="*/ 30728 h 1126566"/>
              <a:gd name="connsiteX186" fmla="*/ 1305018 w 12192000"/>
              <a:gd name="connsiteY186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777878 w 12192000"/>
              <a:gd name="connsiteY86" fmla="*/ 63945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886720 w 12192000"/>
              <a:gd name="connsiteY89" fmla="*/ 662879 h 1126566"/>
              <a:gd name="connsiteX90" fmla="*/ 8969814 w 12192000"/>
              <a:gd name="connsiteY90" fmla="*/ 639833 h 1126566"/>
              <a:gd name="connsiteX91" fmla="*/ 8996241 w 12192000"/>
              <a:gd name="connsiteY91" fmla="*/ 655221 h 1126566"/>
              <a:gd name="connsiteX92" fmla="*/ 9092152 w 12192000"/>
              <a:gd name="connsiteY92" fmla="*/ 609097 h 1126566"/>
              <a:gd name="connsiteX93" fmla="*/ 9156546 w 12192000"/>
              <a:gd name="connsiteY93" fmla="*/ 585468 h 1126566"/>
              <a:gd name="connsiteX94" fmla="*/ 9194830 w 12192000"/>
              <a:gd name="connsiteY94" fmla="*/ 571148 h 1126566"/>
              <a:gd name="connsiteX95" fmla="*/ 9314188 w 12192000"/>
              <a:gd name="connsiteY95" fmla="*/ 547301 h 1126566"/>
              <a:gd name="connsiteX96" fmla="*/ 9505176 w 12192000"/>
              <a:gd name="connsiteY96" fmla="*/ 542666 h 1126566"/>
              <a:gd name="connsiteX97" fmla="*/ 9581851 w 12192000"/>
              <a:gd name="connsiteY97" fmla="*/ 530976 h 1126566"/>
              <a:gd name="connsiteX98" fmla="*/ 9662056 w 12192000"/>
              <a:gd name="connsiteY98" fmla="*/ 524035 h 1126566"/>
              <a:gd name="connsiteX99" fmla="*/ 9724197 w 12192000"/>
              <a:gd name="connsiteY99" fmla="*/ 528337 h 1126566"/>
              <a:gd name="connsiteX100" fmla="*/ 9837846 w 12192000"/>
              <a:gd name="connsiteY100" fmla="*/ 492977 h 1126566"/>
              <a:gd name="connsiteX101" fmla="*/ 9917440 w 12192000"/>
              <a:gd name="connsiteY101" fmla="*/ 459605 h 1126566"/>
              <a:gd name="connsiteX102" fmla="*/ 9918439 w 12192000"/>
              <a:gd name="connsiteY102" fmla="*/ 453114 h 1126566"/>
              <a:gd name="connsiteX103" fmla="*/ 9953039 w 12192000"/>
              <a:gd name="connsiteY103" fmla="*/ 452486 h 1126566"/>
              <a:gd name="connsiteX104" fmla="*/ 9988183 w 12192000"/>
              <a:gd name="connsiteY104" fmla="*/ 448079 h 1126566"/>
              <a:gd name="connsiteX105" fmla="*/ 9991965 w 12192000"/>
              <a:gd name="connsiteY105" fmla="*/ 435969 h 1126566"/>
              <a:gd name="connsiteX106" fmla="*/ 9986932 w 12192000"/>
              <a:gd name="connsiteY106" fmla="*/ 431168 h 1126566"/>
              <a:gd name="connsiteX107" fmla="*/ 9996190 w 12192000"/>
              <a:gd name="connsiteY107" fmla="*/ 429066 h 1126566"/>
              <a:gd name="connsiteX108" fmla="*/ 9999786 w 12192000"/>
              <a:gd name="connsiteY108" fmla="*/ 427758 h 1126566"/>
              <a:gd name="connsiteX109" fmla="*/ 10012936 w 12192000"/>
              <a:gd name="connsiteY109" fmla="*/ 428884 h 1126566"/>
              <a:gd name="connsiteX110" fmla="*/ 10102484 w 12192000"/>
              <a:gd name="connsiteY110" fmla="*/ 441324 h 1126566"/>
              <a:gd name="connsiteX111" fmla="*/ 10199200 w 12192000"/>
              <a:gd name="connsiteY111" fmla="*/ 438197 h 1126566"/>
              <a:gd name="connsiteX112" fmla="*/ 10245648 w 12192000"/>
              <a:gd name="connsiteY112" fmla="*/ 438831 h 1126566"/>
              <a:gd name="connsiteX113" fmla="*/ 10369590 w 12192000"/>
              <a:gd name="connsiteY113" fmla="*/ 423377 h 1126566"/>
              <a:gd name="connsiteX114" fmla="*/ 10575777 w 12192000"/>
              <a:gd name="connsiteY114" fmla="*/ 355859 h 1126566"/>
              <a:gd name="connsiteX115" fmla="*/ 10638984 w 12192000"/>
              <a:gd name="connsiteY115" fmla="*/ 347416 h 1126566"/>
              <a:gd name="connsiteX116" fmla="*/ 10668356 w 12192000"/>
              <a:gd name="connsiteY116" fmla="*/ 340612 h 1126566"/>
              <a:gd name="connsiteX117" fmla="*/ 10732175 w 12192000"/>
              <a:gd name="connsiteY117" fmla="*/ 317549 h 1126566"/>
              <a:gd name="connsiteX118" fmla="*/ 10862886 w 12192000"/>
              <a:gd name="connsiteY118" fmla="*/ 313438 h 1126566"/>
              <a:gd name="connsiteX119" fmla="*/ 10963063 w 12192000"/>
              <a:gd name="connsiteY119" fmla="*/ 317771 h 1126566"/>
              <a:gd name="connsiteX120" fmla="*/ 11018562 w 12192000"/>
              <a:gd name="connsiteY120" fmla="*/ 316991 h 1126566"/>
              <a:gd name="connsiteX121" fmla="*/ 11059692 w 12192000"/>
              <a:gd name="connsiteY121" fmla="*/ 319983 h 1126566"/>
              <a:gd name="connsiteX122" fmla="*/ 11160371 w 12192000"/>
              <a:gd name="connsiteY122" fmla="*/ 308440 h 1126566"/>
              <a:gd name="connsiteX123" fmla="*/ 11178386 w 12192000"/>
              <a:gd name="connsiteY123" fmla="*/ 299490 h 1126566"/>
              <a:gd name="connsiteX124" fmla="*/ 11192494 w 12192000"/>
              <a:gd name="connsiteY124" fmla="*/ 296221 h 1126566"/>
              <a:gd name="connsiteX125" fmla="*/ 11199770 w 12192000"/>
              <a:gd name="connsiteY125" fmla="*/ 299772 h 1126566"/>
              <a:gd name="connsiteX126" fmla="*/ 11217258 w 12192000"/>
              <a:gd name="connsiteY126" fmla="*/ 293681 h 1126566"/>
              <a:gd name="connsiteX127" fmla="*/ 11245798 w 12192000"/>
              <a:gd name="connsiteY127" fmla="*/ 292170 h 1126566"/>
              <a:gd name="connsiteX128" fmla="*/ 11255992 w 12192000"/>
              <a:gd name="connsiteY128" fmla="*/ 291919 h 1126566"/>
              <a:gd name="connsiteX129" fmla="*/ 11264859 w 12192000"/>
              <a:gd name="connsiteY129" fmla="*/ 293937 h 1126566"/>
              <a:gd name="connsiteX130" fmla="*/ 11276151 w 12192000"/>
              <a:gd name="connsiteY130" fmla="*/ 293070 h 1126566"/>
              <a:gd name="connsiteX131" fmla="*/ 11279850 w 12192000"/>
              <a:gd name="connsiteY131" fmla="*/ 291330 h 1126566"/>
              <a:gd name="connsiteX132" fmla="*/ 11290818 w 12192000"/>
              <a:gd name="connsiteY132" fmla="*/ 291060 h 1126566"/>
              <a:gd name="connsiteX133" fmla="*/ 11296248 w 12192000"/>
              <a:gd name="connsiteY133" fmla="*/ 290163 h 1126566"/>
              <a:gd name="connsiteX134" fmla="*/ 11301652 w 12192000"/>
              <a:gd name="connsiteY134" fmla="*/ 290324 h 1126566"/>
              <a:gd name="connsiteX135" fmla="*/ 11339114 w 12192000"/>
              <a:gd name="connsiteY135" fmla="*/ 288153 h 1126566"/>
              <a:gd name="connsiteX136" fmla="*/ 11345146 w 12192000"/>
              <a:gd name="connsiteY136" fmla="*/ 290802 h 1126566"/>
              <a:gd name="connsiteX137" fmla="*/ 11400126 w 12192000"/>
              <a:gd name="connsiteY137" fmla="*/ 292287 h 1126566"/>
              <a:gd name="connsiteX138" fmla="*/ 11400420 w 12192000"/>
              <a:gd name="connsiteY138" fmla="*/ 293758 h 1126566"/>
              <a:gd name="connsiteX139" fmla="*/ 11413889 w 12192000"/>
              <a:gd name="connsiteY139" fmla="*/ 300516 h 1126566"/>
              <a:gd name="connsiteX140" fmla="*/ 11440688 w 12192000"/>
              <a:gd name="connsiteY140" fmla="*/ 310121 h 1126566"/>
              <a:gd name="connsiteX141" fmla="*/ 11496733 w 12192000"/>
              <a:gd name="connsiteY141" fmla="*/ 350225 h 1126566"/>
              <a:gd name="connsiteX142" fmla="*/ 11554005 w 12192000"/>
              <a:gd name="connsiteY142" fmla="*/ 351933 h 1126566"/>
              <a:gd name="connsiteX143" fmla="*/ 11565304 w 12192000"/>
              <a:gd name="connsiteY143" fmla="*/ 353069 h 1126566"/>
              <a:gd name="connsiteX144" fmla="*/ 11565435 w 12192000"/>
              <a:gd name="connsiteY144" fmla="*/ 353419 h 1126566"/>
              <a:gd name="connsiteX145" fmla="*/ 11577168 w 12192000"/>
              <a:gd name="connsiteY145" fmla="*/ 355270 h 1126566"/>
              <a:gd name="connsiteX146" fmla="*/ 11607823 w 12192000"/>
              <a:gd name="connsiteY146" fmla="*/ 357347 h 1126566"/>
              <a:gd name="connsiteX147" fmla="*/ 11664276 w 12192000"/>
              <a:gd name="connsiteY147" fmla="*/ 386951 h 1126566"/>
              <a:gd name="connsiteX148" fmla="*/ 11786197 w 12192000"/>
              <a:gd name="connsiteY148" fmla="*/ 477948 h 1126566"/>
              <a:gd name="connsiteX149" fmla="*/ 11866598 w 12192000"/>
              <a:gd name="connsiteY149" fmla="*/ 486803 h 1126566"/>
              <a:gd name="connsiteX150" fmla="*/ 11916744 w 12192000"/>
              <a:gd name="connsiteY150" fmla="*/ 502917 h 1126566"/>
              <a:gd name="connsiteX151" fmla="*/ 11949248 w 12192000"/>
              <a:gd name="connsiteY151" fmla="*/ 518881 h 1126566"/>
              <a:gd name="connsiteX152" fmla="*/ 11951002 w 12192000"/>
              <a:gd name="connsiteY152" fmla="*/ 518735 h 1126566"/>
              <a:gd name="connsiteX153" fmla="*/ 12026007 w 12192000"/>
              <a:gd name="connsiteY153" fmla="*/ 534384 h 1126566"/>
              <a:gd name="connsiteX154" fmla="*/ 12035188 w 12192000"/>
              <a:gd name="connsiteY154" fmla="*/ 529609 h 1126566"/>
              <a:gd name="connsiteX155" fmla="*/ 12115225 w 12192000"/>
              <a:gd name="connsiteY155" fmla="*/ 561895 h 1126566"/>
              <a:gd name="connsiteX156" fmla="*/ 12191636 w 12192000"/>
              <a:gd name="connsiteY156" fmla="*/ 558318 h 1126566"/>
              <a:gd name="connsiteX157" fmla="*/ 12192000 w 12192000"/>
              <a:gd name="connsiteY157" fmla="*/ 558295 h 1126566"/>
              <a:gd name="connsiteX158" fmla="*/ 12192000 w 12192000"/>
              <a:gd name="connsiteY158" fmla="*/ 1126566 h 1126566"/>
              <a:gd name="connsiteX159" fmla="*/ 0 w 12192000"/>
              <a:gd name="connsiteY159" fmla="*/ 1126566 h 1126566"/>
              <a:gd name="connsiteX160" fmla="*/ 0 w 12192000"/>
              <a:gd name="connsiteY160" fmla="*/ 401922 h 1126566"/>
              <a:gd name="connsiteX161" fmla="*/ 25242 w 12192000"/>
              <a:gd name="connsiteY161" fmla="*/ 388862 h 1126566"/>
              <a:gd name="connsiteX162" fmla="*/ 96922 w 12192000"/>
              <a:gd name="connsiteY162" fmla="*/ 357381 h 1126566"/>
              <a:gd name="connsiteX163" fmla="*/ 164580 w 12192000"/>
              <a:gd name="connsiteY163" fmla="*/ 322443 h 1126566"/>
              <a:gd name="connsiteX164" fmla="*/ 258712 w 12192000"/>
              <a:gd name="connsiteY164" fmla="*/ 286531 h 1126566"/>
              <a:gd name="connsiteX165" fmla="*/ 316354 w 12192000"/>
              <a:gd name="connsiteY165" fmla="*/ 238529 h 1126566"/>
              <a:gd name="connsiteX166" fmla="*/ 328834 w 12192000"/>
              <a:gd name="connsiteY166" fmla="*/ 240963 h 1126566"/>
              <a:gd name="connsiteX167" fmla="*/ 383414 w 12192000"/>
              <a:gd name="connsiteY167" fmla="*/ 221196 h 1126566"/>
              <a:gd name="connsiteX168" fmla="*/ 537708 w 12192000"/>
              <a:gd name="connsiteY168" fmla="*/ 119020 h 1126566"/>
              <a:gd name="connsiteX169" fmla="*/ 653257 w 12192000"/>
              <a:gd name="connsiteY169" fmla="*/ 91372 h 1126566"/>
              <a:gd name="connsiteX170" fmla="*/ 763197 w 12192000"/>
              <a:gd name="connsiteY170" fmla="*/ 59356 h 1126566"/>
              <a:gd name="connsiteX171" fmla="*/ 778208 w 12192000"/>
              <a:gd name="connsiteY171" fmla="*/ 63801 h 1126566"/>
              <a:gd name="connsiteX172" fmla="*/ 784725 w 12192000"/>
              <a:gd name="connsiteY172" fmla="*/ 62505 h 1126566"/>
              <a:gd name="connsiteX173" fmla="*/ 785400 w 12192000"/>
              <a:gd name="connsiteY173" fmla="*/ 62796 h 1126566"/>
              <a:gd name="connsiteX174" fmla="*/ 786774 w 12192000"/>
              <a:gd name="connsiteY174" fmla="*/ 62098 h 1126566"/>
              <a:gd name="connsiteX175" fmla="*/ 852003 w 12192000"/>
              <a:gd name="connsiteY175" fmla="*/ 61064 h 1126566"/>
              <a:gd name="connsiteX176" fmla="*/ 870719 w 12192000"/>
              <a:gd name="connsiteY176" fmla="*/ 47209 h 1126566"/>
              <a:gd name="connsiteX177" fmla="*/ 883786 w 12192000"/>
              <a:gd name="connsiteY177" fmla="*/ 45814 h 1126566"/>
              <a:gd name="connsiteX178" fmla="*/ 886400 w 12192000"/>
              <a:gd name="connsiteY178" fmla="*/ 43909 h 1126566"/>
              <a:gd name="connsiteX179" fmla="*/ 893881 w 12192000"/>
              <a:gd name="connsiteY179" fmla="*/ 40197 h 1126566"/>
              <a:gd name="connsiteX180" fmla="*/ 886282 w 12192000"/>
              <a:gd name="connsiteY180" fmla="*/ 36610 h 1126566"/>
              <a:gd name="connsiteX181" fmla="*/ 950274 w 12192000"/>
              <a:gd name="connsiteY181" fmla="*/ 20111 h 1126566"/>
              <a:gd name="connsiteX182" fmla="*/ 988432 w 12192000"/>
              <a:gd name="connsiteY182" fmla="*/ 24039 h 1126566"/>
              <a:gd name="connsiteX183" fmla="*/ 1048223 w 12192000"/>
              <a:gd name="connsiteY183" fmla="*/ 19791 h 1126566"/>
              <a:gd name="connsiteX184" fmla="*/ 1177886 w 12192000"/>
              <a:gd name="connsiteY184" fmla="*/ 30728 h 1126566"/>
              <a:gd name="connsiteX185" fmla="*/ 1305018 w 12192000"/>
              <a:gd name="connsiteY185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777878 w 12192000"/>
              <a:gd name="connsiteY86" fmla="*/ 639454 h 1126566"/>
              <a:gd name="connsiteX87" fmla="*/ 8880244 w 12192000"/>
              <a:gd name="connsiteY87" fmla="*/ 661466 h 1126566"/>
              <a:gd name="connsiteX88" fmla="*/ 8885004 w 12192000"/>
              <a:gd name="connsiteY88" fmla="*/ 663655 h 1126566"/>
              <a:gd name="connsiteX89" fmla="*/ 8921010 w 12192000"/>
              <a:gd name="connsiteY89" fmla="*/ 662879 h 1126566"/>
              <a:gd name="connsiteX90" fmla="*/ 8969814 w 12192000"/>
              <a:gd name="connsiteY90" fmla="*/ 639833 h 1126566"/>
              <a:gd name="connsiteX91" fmla="*/ 8996241 w 12192000"/>
              <a:gd name="connsiteY91" fmla="*/ 655221 h 1126566"/>
              <a:gd name="connsiteX92" fmla="*/ 9092152 w 12192000"/>
              <a:gd name="connsiteY92" fmla="*/ 609097 h 1126566"/>
              <a:gd name="connsiteX93" fmla="*/ 9156546 w 12192000"/>
              <a:gd name="connsiteY93" fmla="*/ 585468 h 1126566"/>
              <a:gd name="connsiteX94" fmla="*/ 9194830 w 12192000"/>
              <a:gd name="connsiteY94" fmla="*/ 571148 h 1126566"/>
              <a:gd name="connsiteX95" fmla="*/ 9314188 w 12192000"/>
              <a:gd name="connsiteY95" fmla="*/ 547301 h 1126566"/>
              <a:gd name="connsiteX96" fmla="*/ 9505176 w 12192000"/>
              <a:gd name="connsiteY96" fmla="*/ 542666 h 1126566"/>
              <a:gd name="connsiteX97" fmla="*/ 9581851 w 12192000"/>
              <a:gd name="connsiteY97" fmla="*/ 530976 h 1126566"/>
              <a:gd name="connsiteX98" fmla="*/ 9662056 w 12192000"/>
              <a:gd name="connsiteY98" fmla="*/ 524035 h 1126566"/>
              <a:gd name="connsiteX99" fmla="*/ 9724197 w 12192000"/>
              <a:gd name="connsiteY99" fmla="*/ 528337 h 1126566"/>
              <a:gd name="connsiteX100" fmla="*/ 9837846 w 12192000"/>
              <a:gd name="connsiteY100" fmla="*/ 492977 h 1126566"/>
              <a:gd name="connsiteX101" fmla="*/ 9917440 w 12192000"/>
              <a:gd name="connsiteY101" fmla="*/ 459605 h 1126566"/>
              <a:gd name="connsiteX102" fmla="*/ 9918439 w 12192000"/>
              <a:gd name="connsiteY102" fmla="*/ 453114 h 1126566"/>
              <a:gd name="connsiteX103" fmla="*/ 9953039 w 12192000"/>
              <a:gd name="connsiteY103" fmla="*/ 452486 h 1126566"/>
              <a:gd name="connsiteX104" fmla="*/ 9988183 w 12192000"/>
              <a:gd name="connsiteY104" fmla="*/ 448079 h 1126566"/>
              <a:gd name="connsiteX105" fmla="*/ 9991965 w 12192000"/>
              <a:gd name="connsiteY105" fmla="*/ 435969 h 1126566"/>
              <a:gd name="connsiteX106" fmla="*/ 9986932 w 12192000"/>
              <a:gd name="connsiteY106" fmla="*/ 431168 h 1126566"/>
              <a:gd name="connsiteX107" fmla="*/ 9996190 w 12192000"/>
              <a:gd name="connsiteY107" fmla="*/ 429066 h 1126566"/>
              <a:gd name="connsiteX108" fmla="*/ 9999786 w 12192000"/>
              <a:gd name="connsiteY108" fmla="*/ 427758 h 1126566"/>
              <a:gd name="connsiteX109" fmla="*/ 10012936 w 12192000"/>
              <a:gd name="connsiteY109" fmla="*/ 428884 h 1126566"/>
              <a:gd name="connsiteX110" fmla="*/ 10102484 w 12192000"/>
              <a:gd name="connsiteY110" fmla="*/ 441324 h 1126566"/>
              <a:gd name="connsiteX111" fmla="*/ 10199200 w 12192000"/>
              <a:gd name="connsiteY111" fmla="*/ 438197 h 1126566"/>
              <a:gd name="connsiteX112" fmla="*/ 10245648 w 12192000"/>
              <a:gd name="connsiteY112" fmla="*/ 438831 h 1126566"/>
              <a:gd name="connsiteX113" fmla="*/ 10369590 w 12192000"/>
              <a:gd name="connsiteY113" fmla="*/ 423377 h 1126566"/>
              <a:gd name="connsiteX114" fmla="*/ 10575777 w 12192000"/>
              <a:gd name="connsiteY114" fmla="*/ 355859 h 1126566"/>
              <a:gd name="connsiteX115" fmla="*/ 10638984 w 12192000"/>
              <a:gd name="connsiteY115" fmla="*/ 347416 h 1126566"/>
              <a:gd name="connsiteX116" fmla="*/ 10668356 w 12192000"/>
              <a:gd name="connsiteY116" fmla="*/ 340612 h 1126566"/>
              <a:gd name="connsiteX117" fmla="*/ 10732175 w 12192000"/>
              <a:gd name="connsiteY117" fmla="*/ 317549 h 1126566"/>
              <a:gd name="connsiteX118" fmla="*/ 10862886 w 12192000"/>
              <a:gd name="connsiteY118" fmla="*/ 313438 h 1126566"/>
              <a:gd name="connsiteX119" fmla="*/ 10963063 w 12192000"/>
              <a:gd name="connsiteY119" fmla="*/ 317771 h 1126566"/>
              <a:gd name="connsiteX120" fmla="*/ 11018562 w 12192000"/>
              <a:gd name="connsiteY120" fmla="*/ 316991 h 1126566"/>
              <a:gd name="connsiteX121" fmla="*/ 11059692 w 12192000"/>
              <a:gd name="connsiteY121" fmla="*/ 319983 h 1126566"/>
              <a:gd name="connsiteX122" fmla="*/ 11160371 w 12192000"/>
              <a:gd name="connsiteY122" fmla="*/ 308440 h 1126566"/>
              <a:gd name="connsiteX123" fmla="*/ 11178386 w 12192000"/>
              <a:gd name="connsiteY123" fmla="*/ 299490 h 1126566"/>
              <a:gd name="connsiteX124" fmla="*/ 11192494 w 12192000"/>
              <a:gd name="connsiteY124" fmla="*/ 296221 h 1126566"/>
              <a:gd name="connsiteX125" fmla="*/ 11199770 w 12192000"/>
              <a:gd name="connsiteY125" fmla="*/ 299772 h 1126566"/>
              <a:gd name="connsiteX126" fmla="*/ 11217258 w 12192000"/>
              <a:gd name="connsiteY126" fmla="*/ 293681 h 1126566"/>
              <a:gd name="connsiteX127" fmla="*/ 11245798 w 12192000"/>
              <a:gd name="connsiteY127" fmla="*/ 292170 h 1126566"/>
              <a:gd name="connsiteX128" fmla="*/ 11255992 w 12192000"/>
              <a:gd name="connsiteY128" fmla="*/ 291919 h 1126566"/>
              <a:gd name="connsiteX129" fmla="*/ 11264859 w 12192000"/>
              <a:gd name="connsiteY129" fmla="*/ 293937 h 1126566"/>
              <a:gd name="connsiteX130" fmla="*/ 11276151 w 12192000"/>
              <a:gd name="connsiteY130" fmla="*/ 293070 h 1126566"/>
              <a:gd name="connsiteX131" fmla="*/ 11279850 w 12192000"/>
              <a:gd name="connsiteY131" fmla="*/ 291330 h 1126566"/>
              <a:gd name="connsiteX132" fmla="*/ 11290818 w 12192000"/>
              <a:gd name="connsiteY132" fmla="*/ 291060 h 1126566"/>
              <a:gd name="connsiteX133" fmla="*/ 11296248 w 12192000"/>
              <a:gd name="connsiteY133" fmla="*/ 290163 h 1126566"/>
              <a:gd name="connsiteX134" fmla="*/ 11301652 w 12192000"/>
              <a:gd name="connsiteY134" fmla="*/ 290324 h 1126566"/>
              <a:gd name="connsiteX135" fmla="*/ 11339114 w 12192000"/>
              <a:gd name="connsiteY135" fmla="*/ 288153 h 1126566"/>
              <a:gd name="connsiteX136" fmla="*/ 11345146 w 12192000"/>
              <a:gd name="connsiteY136" fmla="*/ 290802 h 1126566"/>
              <a:gd name="connsiteX137" fmla="*/ 11400126 w 12192000"/>
              <a:gd name="connsiteY137" fmla="*/ 292287 h 1126566"/>
              <a:gd name="connsiteX138" fmla="*/ 11400420 w 12192000"/>
              <a:gd name="connsiteY138" fmla="*/ 293758 h 1126566"/>
              <a:gd name="connsiteX139" fmla="*/ 11413889 w 12192000"/>
              <a:gd name="connsiteY139" fmla="*/ 300516 h 1126566"/>
              <a:gd name="connsiteX140" fmla="*/ 11440688 w 12192000"/>
              <a:gd name="connsiteY140" fmla="*/ 310121 h 1126566"/>
              <a:gd name="connsiteX141" fmla="*/ 11496733 w 12192000"/>
              <a:gd name="connsiteY141" fmla="*/ 350225 h 1126566"/>
              <a:gd name="connsiteX142" fmla="*/ 11554005 w 12192000"/>
              <a:gd name="connsiteY142" fmla="*/ 351933 h 1126566"/>
              <a:gd name="connsiteX143" fmla="*/ 11565304 w 12192000"/>
              <a:gd name="connsiteY143" fmla="*/ 353069 h 1126566"/>
              <a:gd name="connsiteX144" fmla="*/ 11565435 w 12192000"/>
              <a:gd name="connsiteY144" fmla="*/ 353419 h 1126566"/>
              <a:gd name="connsiteX145" fmla="*/ 11577168 w 12192000"/>
              <a:gd name="connsiteY145" fmla="*/ 355270 h 1126566"/>
              <a:gd name="connsiteX146" fmla="*/ 11607823 w 12192000"/>
              <a:gd name="connsiteY146" fmla="*/ 357347 h 1126566"/>
              <a:gd name="connsiteX147" fmla="*/ 11664276 w 12192000"/>
              <a:gd name="connsiteY147" fmla="*/ 386951 h 1126566"/>
              <a:gd name="connsiteX148" fmla="*/ 11786197 w 12192000"/>
              <a:gd name="connsiteY148" fmla="*/ 477948 h 1126566"/>
              <a:gd name="connsiteX149" fmla="*/ 11866598 w 12192000"/>
              <a:gd name="connsiteY149" fmla="*/ 486803 h 1126566"/>
              <a:gd name="connsiteX150" fmla="*/ 11916744 w 12192000"/>
              <a:gd name="connsiteY150" fmla="*/ 502917 h 1126566"/>
              <a:gd name="connsiteX151" fmla="*/ 11949248 w 12192000"/>
              <a:gd name="connsiteY151" fmla="*/ 518881 h 1126566"/>
              <a:gd name="connsiteX152" fmla="*/ 11951002 w 12192000"/>
              <a:gd name="connsiteY152" fmla="*/ 518735 h 1126566"/>
              <a:gd name="connsiteX153" fmla="*/ 12026007 w 12192000"/>
              <a:gd name="connsiteY153" fmla="*/ 534384 h 1126566"/>
              <a:gd name="connsiteX154" fmla="*/ 12035188 w 12192000"/>
              <a:gd name="connsiteY154" fmla="*/ 529609 h 1126566"/>
              <a:gd name="connsiteX155" fmla="*/ 12115225 w 12192000"/>
              <a:gd name="connsiteY155" fmla="*/ 561895 h 1126566"/>
              <a:gd name="connsiteX156" fmla="*/ 12191636 w 12192000"/>
              <a:gd name="connsiteY156" fmla="*/ 558318 h 1126566"/>
              <a:gd name="connsiteX157" fmla="*/ 12192000 w 12192000"/>
              <a:gd name="connsiteY157" fmla="*/ 558295 h 1126566"/>
              <a:gd name="connsiteX158" fmla="*/ 12192000 w 12192000"/>
              <a:gd name="connsiteY158" fmla="*/ 1126566 h 1126566"/>
              <a:gd name="connsiteX159" fmla="*/ 0 w 12192000"/>
              <a:gd name="connsiteY159" fmla="*/ 1126566 h 1126566"/>
              <a:gd name="connsiteX160" fmla="*/ 0 w 12192000"/>
              <a:gd name="connsiteY160" fmla="*/ 401922 h 1126566"/>
              <a:gd name="connsiteX161" fmla="*/ 25242 w 12192000"/>
              <a:gd name="connsiteY161" fmla="*/ 388862 h 1126566"/>
              <a:gd name="connsiteX162" fmla="*/ 96922 w 12192000"/>
              <a:gd name="connsiteY162" fmla="*/ 357381 h 1126566"/>
              <a:gd name="connsiteX163" fmla="*/ 164580 w 12192000"/>
              <a:gd name="connsiteY163" fmla="*/ 322443 h 1126566"/>
              <a:gd name="connsiteX164" fmla="*/ 258712 w 12192000"/>
              <a:gd name="connsiteY164" fmla="*/ 286531 h 1126566"/>
              <a:gd name="connsiteX165" fmla="*/ 316354 w 12192000"/>
              <a:gd name="connsiteY165" fmla="*/ 238529 h 1126566"/>
              <a:gd name="connsiteX166" fmla="*/ 328834 w 12192000"/>
              <a:gd name="connsiteY166" fmla="*/ 240963 h 1126566"/>
              <a:gd name="connsiteX167" fmla="*/ 383414 w 12192000"/>
              <a:gd name="connsiteY167" fmla="*/ 221196 h 1126566"/>
              <a:gd name="connsiteX168" fmla="*/ 537708 w 12192000"/>
              <a:gd name="connsiteY168" fmla="*/ 119020 h 1126566"/>
              <a:gd name="connsiteX169" fmla="*/ 653257 w 12192000"/>
              <a:gd name="connsiteY169" fmla="*/ 91372 h 1126566"/>
              <a:gd name="connsiteX170" fmla="*/ 763197 w 12192000"/>
              <a:gd name="connsiteY170" fmla="*/ 59356 h 1126566"/>
              <a:gd name="connsiteX171" fmla="*/ 778208 w 12192000"/>
              <a:gd name="connsiteY171" fmla="*/ 63801 h 1126566"/>
              <a:gd name="connsiteX172" fmla="*/ 784725 w 12192000"/>
              <a:gd name="connsiteY172" fmla="*/ 62505 h 1126566"/>
              <a:gd name="connsiteX173" fmla="*/ 785400 w 12192000"/>
              <a:gd name="connsiteY173" fmla="*/ 62796 h 1126566"/>
              <a:gd name="connsiteX174" fmla="*/ 786774 w 12192000"/>
              <a:gd name="connsiteY174" fmla="*/ 62098 h 1126566"/>
              <a:gd name="connsiteX175" fmla="*/ 852003 w 12192000"/>
              <a:gd name="connsiteY175" fmla="*/ 61064 h 1126566"/>
              <a:gd name="connsiteX176" fmla="*/ 870719 w 12192000"/>
              <a:gd name="connsiteY176" fmla="*/ 47209 h 1126566"/>
              <a:gd name="connsiteX177" fmla="*/ 883786 w 12192000"/>
              <a:gd name="connsiteY177" fmla="*/ 45814 h 1126566"/>
              <a:gd name="connsiteX178" fmla="*/ 886400 w 12192000"/>
              <a:gd name="connsiteY178" fmla="*/ 43909 h 1126566"/>
              <a:gd name="connsiteX179" fmla="*/ 893881 w 12192000"/>
              <a:gd name="connsiteY179" fmla="*/ 40197 h 1126566"/>
              <a:gd name="connsiteX180" fmla="*/ 886282 w 12192000"/>
              <a:gd name="connsiteY180" fmla="*/ 36610 h 1126566"/>
              <a:gd name="connsiteX181" fmla="*/ 950274 w 12192000"/>
              <a:gd name="connsiteY181" fmla="*/ 20111 h 1126566"/>
              <a:gd name="connsiteX182" fmla="*/ 988432 w 12192000"/>
              <a:gd name="connsiteY182" fmla="*/ 24039 h 1126566"/>
              <a:gd name="connsiteX183" fmla="*/ 1048223 w 12192000"/>
              <a:gd name="connsiteY183" fmla="*/ 19791 h 1126566"/>
              <a:gd name="connsiteX184" fmla="*/ 1177886 w 12192000"/>
              <a:gd name="connsiteY184" fmla="*/ 30728 h 1126566"/>
              <a:gd name="connsiteX185" fmla="*/ 1305018 w 12192000"/>
              <a:gd name="connsiteY185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777878 w 12192000"/>
              <a:gd name="connsiteY86" fmla="*/ 639454 h 1126566"/>
              <a:gd name="connsiteX87" fmla="*/ 8880244 w 12192000"/>
              <a:gd name="connsiteY87" fmla="*/ 661466 h 1126566"/>
              <a:gd name="connsiteX88" fmla="*/ 8858334 w 12192000"/>
              <a:gd name="connsiteY88" fmla="*/ 648415 h 1126566"/>
              <a:gd name="connsiteX89" fmla="*/ 8921010 w 12192000"/>
              <a:gd name="connsiteY89" fmla="*/ 662879 h 1126566"/>
              <a:gd name="connsiteX90" fmla="*/ 8969814 w 12192000"/>
              <a:gd name="connsiteY90" fmla="*/ 639833 h 1126566"/>
              <a:gd name="connsiteX91" fmla="*/ 8996241 w 12192000"/>
              <a:gd name="connsiteY91" fmla="*/ 655221 h 1126566"/>
              <a:gd name="connsiteX92" fmla="*/ 9092152 w 12192000"/>
              <a:gd name="connsiteY92" fmla="*/ 609097 h 1126566"/>
              <a:gd name="connsiteX93" fmla="*/ 9156546 w 12192000"/>
              <a:gd name="connsiteY93" fmla="*/ 585468 h 1126566"/>
              <a:gd name="connsiteX94" fmla="*/ 9194830 w 12192000"/>
              <a:gd name="connsiteY94" fmla="*/ 571148 h 1126566"/>
              <a:gd name="connsiteX95" fmla="*/ 9314188 w 12192000"/>
              <a:gd name="connsiteY95" fmla="*/ 547301 h 1126566"/>
              <a:gd name="connsiteX96" fmla="*/ 9505176 w 12192000"/>
              <a:gd name="connsiteY96" fmla="*/ 542666 h 1126566"/>
              <a:gd name="connsiteX97" fmla="*/ 9581851 w 12192000"/>
              <a:gd name="connsiteY97" fmla="*/ 530976 h 1126566"/>
              <a:gd name="connsiteX98" fmla="*/ 9662056 w 12192000"/>
              <a:gd name="connsiteY98" fmla="*/ 524035 h 1126566"/>
              <a:gd name="connsiteX99" fmla="*/ 9724197 w 12192000"/>
              <a:gd name="connsiteY99" fmla="*/ 528337 h 1126566"/>
              <a:gd name="connsiteX100" fmla="*/ 9837846 w 12192000"/>
              <a:gd name="connsiteY100" fmla="*/ 492977 h 1126566"/>
              <a:gd name="connsiteX101" fmla="*/ 9917440 w 12192000"/>
              <a:gd name="connsiteY101" fmla="*/ 459605 h 1126566"/>
              <a:gd name="connsiteX102" fmla="*/ 9918439 w 12192000"/>
              <a:gd name="connsiteY102" fmla="*/ 453114 h 1126566"/>
              <a:gd name="connsiteX103" fmla="*/ 9953039 w 12192000"/>
              <a:gd name="connsiteY103" fmla="*/ 452486 h 1126566"/>
              <a:gd name="connsiteX104" fmla="*/ 9988183 w 12192000"/>
              <a:gd name="connsiteY104" fmla="*/ 448079 h 1126566"/>
              <a:gd name="connsiteX105" fmla="*/ 9991965 w 12192000"/>
              <a:gd name="connsiteY105" fmla="*/ 435969 h 1126566"/>
              <a:gd name="connsiteX106" fmla="*/ 9986932 w 12192000"/>
              <a:gd name="connsiteY106" fmla="*/ 431168 h 1126566"/>
              <a:gd name="connsiteX107" fmla="*/ 9996190 w 12192000"/>
              <a:gd name="connsiteY107" fmla="*/ 429066 h 1126566"/>
              <a:gd name="connsiteX108" fmla="*/ 9999786 w 12192000"/>
              <a:gd name="connsiteY108" fmla="*/ 427758 h 1126566"/>
              <a:gd name="connsiteX109" fmla="*/ 10012936 w 12192000"/>
              <a:gd name="connsiteY109" fmla="*/ 428884 h 1126566"/>
              <a:gd name="connsiteX110" fmla="*/ 10102484 w 12192000"/>
              <a:gd name="connsiteY110" fmla="*/ 441324 h 1126566"/>
              <a:gd name="connsiteX111" fmla="*/ 10199200 w 12192000"/>
              <a:gd name="connsiteY111" fmla="*/ 438197 h 1126566"/>
              <a:gd name="connsiteX112" fmla="*/ 10245648 w 12192000"/>
              <a:gd name="connsiteY112" fmla="*/ 438831 h 1126566"/>
              <a:gd name="connsiteX113" fmla="*/ 10369590 w 12192000"/>
              <a:gd name="connsiteY113" fmla="*/ 423377 h 1126566"/>
              <a:gd name="connsiteX114" fmla="*/ 10575777 w 12192000"/>
              <a:gd name="connsiteY114" fmla="*/ 355859 h 1126566"/>
              <a:gd name="connsiteX115" fmla="*/ 10638984 w 12192000"/>
              <a:gd name="connsiteY115" fmla="*/ 347416 h 1126566"/>
              <a:gd name="connsiteX116" fmla="*/ 10668356 w 12192000"/>
              <a:gd name="connsiteY116" fmla="*/ 340612 h 1126566"/>
              <a:gd name="connsiteX117" fmla="*/ 10732175 w 12192000"/>
              <a:gd name="connsiteY117" fmla="*/ 317549 h 1126566"/>
              <a:gd name="connsiteX118" fmla="*/ 10862886 w 12192000"/>
              <a:gd name="connsiteY118" fmla="*/ 313438 h 1126566"/>
              <a:gd name="connsiteX119" fmla="*/ 10963063 w 12192000"/>
              <a:gd name="connsiteY119" fmla="*/ 317771 h 1126566"/>
              <a:gd name="connsiteX120" fmla="*/ 11018562 w 12192000"/>
              <a:gd name="connsiteY120" fmla="*/ 316991 h 1126566"/>
              <a:gd name="connsiteX121" fmla="*/ 11059692 w 12192000"/>
              <a:gd name="connsiteY121" fmla="*/ 319983 h 1126566"/>
              <a:gd name="connsiteX122" fmla="*/ 11160371 w 12192000"/>
              <a:gd name="connsiteY122" fmla="*/ 308440 h 1126566"/>
              <a:gd name="connsiteX123" fmla="*/ 11178386 w 12192000"/>
              <a:gd name="connsiteY123" fmla="*/ 299490 h 1126566"/>
              <a:gd name="connsiteX124" fmla="*/ 11192494 w 12192000"/>
              <a:gd name="connsiteY124" fmla="*/ 296221 h 1126566"/>
              <a:gd name="connsiteX125" fmla="*/ 11199770 w 12192000"/>
              <a:gd name="connsiteY125" fmla="*/ 299772 h 1126566"/>
              <a:gd name="connsiteX126" fmla="*/ 11217258 w 12192000"/>
              <a:gd name="connsiteY126" fmla="*/ 293681 h 1126566"/>
              <a:gd name="connsiteX127" fmla="*/ 11245798 w 12192000"/>
              <a:gd name="connsiteY127" fmla="*/ 292170 h 1126566"/>
              <a:gd name="connsiteX128" fmla="*/ 11255992 w 12192000"/>
              <a:gd name="connsiteY128" fmla="*/ 291919 h 1126566"/>
              <a:gd name="connsiteX129" fmla="*/ 11264859 w 12192000"/>
              <a:gd name="connsiteY129" fmla="*/ 293937 h 1126566"/>
              <a:gd name="connsiteX130" fmla="*/ 11276151 w 12192000"/>
              <a:gd name="connsiteY130" fmla="*/ 293070 h 1126566"/>
              <a:gd name="connsiteX131" fmla="*/ 11279850 w 12192000"/>
              <a:gd name="connsiteY131" fmla="*/ 291330 h 1126566"/>
              <a:gd name="connsiteX132" fmla="*/ 11290818 w 12192000"/>
              <a:gd name="connsiteY132" fmla="*/ 291060 h 1126566"/>
              <a:gd name="connsiteX133" fmla="*/ 11296248 w 12192000"/>
              <a:gd name="connsiteY133" fmla="*/ 290163 h 1126566"/>
              <a:gd name="connsiteX134" fmla="*/ 11301652 w 12192000"/>
              <a:gd name="connsiteY134" fmla="*/ 290324 h 1126566"/>
              <a:gd name="connsiteX135" fmla="*/ 11339114 w 12192000"/>
              <a:gd name="connsiteY135" fmla="*/ 288153 h 1126566"/>
              <a:gd name="connsiteX136" fmla="*/ 11345146 w 12192000"/>
              <a:gd name="connsiteY136" fmla="*/ 290802 h 1126566"/>
              <a:gd name="connsiteX137" fmla="*/ 11400126 w 12192000"/>
              <a:gd name="connsiteY137" fmla="*/ 292287 h 1126566"/>
              <a:gd name="connsiteX138" fmla="*/ 11400420 w 12192000"/>
              <a:gd name="connsiteY138" fmla="*/ 293758 h 1126566"/>
              <a:gd name="connsiteX139" fmla="*/ 11413889 w 12192000"/>
              <a:gd name="connsiteY139" fmla="*/ 300516 h 1126566"/>
              <a:gd name="connsiteX140" fmla="*/ 11440688 w 12192000"/>
              <a:gd name="connsiteY140" fmla="*/ 310121 h 1126566"/>
              <a:gd name="connsiteX141" fmla="*/ 11496733 w 12192000"/>
              <a:gd name="connsiteY141" fmla="*/ 350225 h 1126566"/>
              <a:gd name="connsiteX142" fmla="*/ 11554005 w 12192000"/>
              <a:gd name="connsiteY142" fmla="*/ 351933 h 1126566"/>
              <a:gd name="connsiteX143" fmla="*/ 11565304 w 12192000"/>
              <a:gd name="connsiteY143" fmla="*/ 353069 h 1126566"/>
              <a:gd name="connsiteX144" fmla="*/ 11565435 w 12192000"/>
              <a:gd name="connsiteY144" fmla="*/ 353419 h 1126566"/>
              <a:gd name="connsiteX145" fmla="*/ 11577168 w 12192000"/>
              <a:gd name="connsiteY145" fmla="*/ 355270 h 1126566"/>
              <a:gd name="connsiteX146" fmla="*/ 11607823 w 12192000"/>
              <a:gd name="connsiteY146" fmla="*/ 357347 h 1126566"/>
              <a:gd name="connsiteX147" fmla="*/ 11664276 w 12192000"/>
              <a:gd name="connsiteY147" fmla="*/ 386951 h 1126566"/>
              <a:gd name="connsiteX148" fmla="*/ 11786197 w 12192000"/>
              <a:gd name="connsiteY148" fmla="*/ 477948 h 1126566"/>
              <a:gd name="connsiteX149" fmla="*/ 11866598 w 12192000"/>
              <a:gd name="connsiteY149" fmla="*/ 486803 h 1126566"/>
              <a:gd name="connsiteX150" fmla="*/ 11916744 w 12192000"/>
              <a:gd name="connsiteY150" fmla="*/ 502917 h 1126566"/>
              <a:gd name="connsiteX151" fmla="*/ 11949248 w 12192000"/>
              <a:gd name="connsiteY151" fmla="*/ 518881 h 1126566"/>
              <a:gd name="connsiteX152" fmla="*/ 11951002 w 12192000"/>
              <a:gd name="connsiteY152" fmla="*/ 518735 h 1126566"/>
              <a:gd name="connsiteX153" fmla="*/ 12026007 w 12192000"/>
              <a:gd name="connsiteY153" fmla="*/ 534384 h 1126566"/>
              <a:gd name="connsiteX154" fmla="*/ 12035188 w 12192000"/>
              <a:gd name="connsiteY154" fmla="*/ 529609 h 1126566"/>
              <a:gd name="connsiteX155" fmla="*/ 12115225 w 12192000"/>
              <a:gd name="connsiteY155" fmla="*/ 561895 h 1126566"/>
              <a:gd name="connsiteX156" fmla="*/ 12191636 w 12192000"/>
              <a:gd name="connsiteY156" fmla="*/ 558318 h 1126566"/>
              <a:gd name="connsiteX157" fmla="*/ 12192000 w 12192000"/>
              <a:gd name="connsiteY157" fmla="*/ 558295 h 1126566"/>
              <a:gd name="connsiteX158" fmla="*/ 12192000 w 12192000"/>
              <a:gd name="connsiteY158" fmla="*/ 1126566 h 1126566"/>
              <a:gd name="connsiteX159" fmla="*/ 0 w 12192000"/>
              <a:gd name="connsiteY159" fmla="*/ 1126566 h 1126566"/>
              <a:gd name="connsiteX160" fmla="*/ 0 w 12192000"/>
              <a:gd name="connsiteY160" fmla="*/ 401922 h 1126566"/>
              <a:gd name="connsiteX161" fmla="*/ 25242 w 12192000"/>
              <a:gd name="connsiteY161" fmla="*/ 388862 h 1126566"/>
              <a:gd name="connsiteX162" fmla="*/ 96922 w 12192000"/>
              <a:gd name="connsiteY162" fmla="*/ 357381 h 1126566"/>
              <a:gd name="connsiteX163" fmla="*/ 164580 w 12192000"/>
              <a:gd name="connsiteY163" fmla="*/ 322443 h 1126566"/>
              <a:gd name="connsiteX164" fmla="*/ 258712 w 12192000"/>
              <a:gd name="connsiteY164" fmla="*/ 286531 h 1126566"/>
              <a:gd name="connsiteX165" fmla="*/ 316354 w 12192000"/>
              <a:gd name="connsiteY165" fmla="*/ 238529 h 1126566"/>
              <a:gd name="connsiteX166" fmla="*/ 328834 w 12192000"/>
              <a:gd name="connsiteY166" fmla="*/ 240963 h 1126566"/>
              <a:gd name="connsiteX167" fmla="*/ 383414 w 12192000"/>
              <a:gd name="connsiteY167" fmla="*/ 221196 h 1126566"/>
              <a:gd name="connsiteX168" fmla="*/ 537708 w 12192000"/>
              <a:gd name="connsiteY168" fmla="*/ 119020 h 1126566"/>
              <a:gd name="connsiteX169" fmla="*/ 653257 w 12192000"/>
              <a:gd name="connsiteY169" fmla="*/ 91372 h 1126566"/>
              <a:gd name="connsiteX170" fmla="*/ 763197 w 12192000"/>
              <a:gd name="connsiteY170" fmla="*/ 59356 h 1126566"/>
              <a:gd name="connsiteX171" fmla="*/ 778208 w 12192000"/>
              <a:gd name="connsiteY171" fmla="*/ 63801 h 1126566"/>
              <a:gd name="connsiteX172" fmla="*/ 784725 w 12192000"/>
              <a:gd name="connsiteY172" fmla="*/ 62505 h 1126566"/>
              <a:gd name="connsiteX173" fmla="*/ 785400 w 12192000"/>
              <a:gd name="connsiteY173" fmla="*/ 62796 h 1126566"/>
              <a:gd name="connsiteX174" fmla="*/ 786774 w 12192000"/>
              <a:gd name="connsiteY174" fmla="*/ 62098 h 1126566"/>
              <a:gd name="connsiteX175" fmla="*/ 852003 w 12192000"/>
              <a:gd name="connsiteY175" fmla="*/ 61064 h 1126566"/>
              <a:gd name="connsiteX176" fmla="*/ 870719 w 12192000"/>
              <a:gd name="connsiteY176" fmla="*/ 47209 h 1126566"/>
              <a:gd name="connsiteX177" fmla="*/ 883786 w 12192000"/>
              <a:gd name="connsiteY177" fmla="*/ 45814 h 1126566"/>
              <a:gd name="connsiteX178" fmla="*/ 886400 w 12192000"/>
              <a:gd name="connsiteY178" fmla="*/ 43909 h 1126566"/>
              <a:gd name="connsiteX179" fmla="*/ 893881 w 12192000"/>
              <a:gd name="connsiteY179" fmla="*/ 40197 h 1126566"/>
              <a:gd name="connsiteX180" fmla="*/ 886282 w 12192000"/>
              <a:gd name="connsiteY180" fmla="*/ 36610 h 1126566"/>
              <a:gd name="connsiteX181" fmla="*/ 950274 w 12192000"/>
              <a:gd name="connsiteY181" fmla="*/ 20111 h 1126566"/>
              <a:gd name="connsiteX182" fmla="*/ 988432 w 12192000"/>
              <a:gd name="connsiteY182" fmla="*/ 24039 h 1126566"/>
              <a:gd name="connsiteX183" fmla="*/ 1048223 w 12192000"/>
              <a:gd name="connsiteY183" fmla="*/ 19791 h 1126566"/>
              <a:gd name="connsiteX184" fmla="*/ 1177886 w 12192000"/>
              <a:gd name="connsiteY184" fmla="*/ 30728 h 1126566"/>
              <a:gd name="connsiteX185" fmla="*/ 1305018 w 12192000"/>
              <a:gd name="connsiteY185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777878 w 12192000"/>
              <a:gd name="connsiteY86" fmla="*/ 639454 h 1126566"/>
              <a:gd name="connsiteX87" fmla="*/ 8858334 w 12192000"/>
              <a:gd name="connsiteY87" fmla="*/ 648415 h 1126566"/>
              <a:gd name="connsiteX88" fmla="*/ 8921010 w 12192000"/>
              <a:gd name="connsiteY88" fmla="*/ 662879 h 1126566"/>
              <a:gd name="connsiteX89" fmla="*/ 8969814 w 12192000"/>
              <a:gd name="connsiteY89" fmla="*/ 639833 h 1126566"/>
              <a:gd name="connsiteX90" fmla="*/ 8996241 w 12192000"/>
              <a:gd name="connsiteY90" fmla="*/ 655221 h 1126566"/>
              <a:gd name="connsiteX91" fmla="*/ 9092152 w 12192000"/>
              <a:gd name="connsiteY91" fmla="*/ 609097 h 1126566"/>
              <a:gd name="connsiteX92" fmla="*/ 9156546 w 12192000"/>
              <a:gd name="connsiteY92" fmla="*/ 585468 h 1126566"/>
              <a:gd name="connsiteX93" fmla="*/ 9194830 w 12192000"/>
              <a:gd name="connsiteY93" fmla="*/ 571148 h 1126566"/>
              <a:gd name="connsiteX94" fmla="*/ 9314188 w 12192000"/>
              <a:gd name="connsiteY94" fmla="*/ 547301 h 1126566"/>
              <a:gd name="connsiteX95" fmla="*/ 9505176 w 12192000"/>
              <a:gd name="connsiteY95" fmla="*/ 542666 h 1126566"/>
              <a:gd name="connsiteX96" fmla="*/ 9581851 w 12192000"/>
              <a:gd name="connsiteY96" fmla="*/ 530976 h 1126566"/>
              <a:gd name="connsiteX97" fmla="*/ 9662056 w 12192000"/>
              <a:gd name="connsiteY97" fmla="*/ 524035 h 1126566"/>
              <a:gd name="connsiteX98" fmla="*/ 9724197 w 12192000"/>
              <a:gd name="connsiteY98" fmla="*/ 528337 h 1126566"/>
              <a:gd name="connsiteX99" fmla="*/ 9837846 w 12192000"/>
              <a:gd name="connsiteY99" fmla="*/ 492977 h 1126566"/>
              <a:gd name="connsiteX100" fmla="*/ 9917440 w 12192000"/>
              <a:gd name="connsiteY100" fmla="*/ 459605 h 1126566"/>
              <a:gd name="connsiteX101" fmla="*/ 9918439 w 12192000"/>
              <a:gd name="connsiteY101" fmla="*/ 453114 h 1126566"/>
              <a:gd name="connsiteX102" fmla="*/ 9953039 w 12192000"/>
              <a:gd name="connsiteY102" fmla="*/ 452486 h 1126566"/>
              <a:gd name="connsiteX103" fmla="*/ 9988183 w 12192000"/>
              <a:gd name="connsiteY103" fmla="*/ 448079 h 1126566"/>
              <a:gd name="connsiteX104" fmla="*/ 9991965 w 12192000"/>
              <a:gd name="connsiteY104" fmla="*/ 435969 h 1126566"/>
              <a:gd name="connsiteX105" fmla="*/ 9986932 w 12192000"/>
              <a:gd name="connsiteY105" fmla="*/ 431168 h 1126566"/>
              <a:gd name="connsiteX106" fmla="*/ 9996190 w 12192000"/>
              <a:gd name="connsiteY106" fmla="*/ 429066 h 1126566"/>
              <a:gd name="connsiteX107" fmla="*/ 9999786 w 12192000"/>
              <a:gd name="connsiteY107" fmla="*/ 427758 h 1126566"/>
              <a:gd name="connsiteX108" fmla="*/ 10012936 w 12192000"/>
              <a:gd name="connsiteY108" fmla="*/ 428884 h 1126566"/>
              <a:gd name="connsiteX109" fmla="*/ 10102484 w 12192000"/>
              <a:gd name="connsiteY109" fmla="*/ 441324 h 1126566"/>
              <a:gd name="connsiteX110" fmla="*/ 10199200 w 12192000"/>
              <a:gd name="connsiteY110" fmla="*/ 438197 h 1126566"/>
              <a:gd name="connsiteX111" fmla="*/ 10245648 w 12192000"/>
              <a:gd name="connsiteY111" fmla="*/ 438831 h 1126566"/>
              <a:gd name="connsiteX112" fmla="*/ 10369590 w 12192000"/>
              <a:gd name="connsiteY112" fmla="*/ 423377 h 1126566"/>
              <a:gd name="connsiteX113" fmla="*/ 10575777 w 12192000"/>
              <a:gd name="connsiteY113" fmla="*/ 355859 h 1126566"/>
              <a:gd name="connsiteX114" fmla="*/ 10638984 w 12192000"/>
              <a:gd name="connsiteY114" fmla="*/ 347416 h 1126566"/>
              <a:gd name="connsiteX115" fmla="*/ 10668356 w 12192000"/>
              <a:gd name="connsiteY115" fmla="*/ 340612 h 1126566"/>
              <a:gd name="connsiteX116" fmla="*/ 10732175 w 12192000"/>
              <a:gd name="connsiteY116" fmla="*/ 317549 h 1126566"/>
              <a:gd name="connsiteX117" fmla="*/ 10862886 w 12192000"/>
              <a:gd name="connsiteY117" fmla="*/ 313438 h 1126566"/>
              <a:gd name="connsiteX118" fmla="*/ 10963063 w 12192000"/>
              <a:gd name="connsiteY118" fmla="*/ 317771 h 1126566"/>
              <a:gd name="connsiteX119" fmla="*/ 11018562 w 12192000"/>
              <a:gd name="connsiteY119" fmla="*/ 316991 h 1126566"/>
              <a:gd name="connsiteX120" fmla="*/ 11059692 w 12192000"/>
              <a:gd name="connsiteY120" fmla="*/ 319983 h 1126566"/>
              <a:gd name="connsiteX121" fmla="*/ 11160371 w 12192000"/>
              <a:gd name="connsiteY121" fmla="*/ 308440 h 1126566"/>
              <a:gd name="connsiteX122" fmla="*/ 11178386 w 12192000"/>
              <a:gd name="connsiteY122" fmla="*/ 299490 h 1126566"/>
              <a:gd name="connsiteX123" fmla="*/ 11192494 w 12192000"/>
              <a:gd name="connsiteY123" fmla="*/ 296221 h 1126566"/>
              <a:gd name="connsiteX124" fmla="*/ 11199770 w 12192000"/>
              <a:gd name="connsiteY124" fmla="*/ 299772 h 1126566"/>
              <a:gd name="connsiteX125" fmla="*/ 11217258 w 12192000"/>
              <a:gd name="connsiteY125" fmla="*/ 293681 h 1126566"/>
              <a:gd name="connsiteX126" fmla="*/ 11245798 w 12192000"/>
              <a:gd name="connsiteY126" fmla="*/ 292170 h 1126566"/>
              <a:gd name="connsiteX127" fmla="*/ 11255992 w 12192000"/>
              <a:gd name="connsiteY127" fmla="*/ 291919 h 1126566"/>
              <a:gd name="connsiteX128" fmla="*/ 11264859 w 12192000"/>
              <a:gd name="connsiteY128" fmla="*/ 293937 h 1126566"/>
              <a:gd name="connsiteX129" fmla="*/ 11276151 w 12192000"/>
              <a:gd name="connsiteY129" fmla="*/ 293070 h 1126566"/>
              <a:gd name="connsiteX130" fmla="*/ 11279850 w 12192000"/>
              <a:gd name="connsiteY130" fmla="*/ 291330 h 1126566"/>
              <a:gd name="connsiteX131" fmla="*/ 11290818 w 12192000"/>
              <a:gd name="connsiteY131" fmla="*/ 291060 h 1126566"/>
              <a:gd name="connsiteX132" fmla="*/ 11296248 w 12192000"/>
              <a:gd name="connsiteY132" fmla="*/ 290163 h 1126566"/>
              <a:gd name="connsiteX133" fmla="*/ 11301652 w 12192000"/>
              <a:gd name="connsiteY133" fmla="*/ 290324 h 1126566"/>
              <a:gd name="connsiteX134" fmla="*/ 11339114 w 12192000"/>
              <a:gd name="connsiteY134" fmla="*/ 288153 h 1126566"/>
              <a:gd name="connsiteX135" fmla="*/ 11345146 w 12192000"/>
              <a:gd name="connsiteY135" fmla="*/ 290802 h 1126566"/>
              <a:gd name="connsiteX136" fmla="*/ 11400126 w 12192000"/>
              <a:gd name="connsiteY136" fmla="*/ 292287 h 1126566"/>
              <a:gd name="connsiteX137" fmla="*/ 11400420 w 12192000"/>
              <a:gd name="connsiteY137" fmla="*/ 293758 h 1126566"/>
              <a:gd name="connsiteX138" fmla="*/ 11413889 w 12192000"/>
              <a:gd name="connsiteY138" fmla="*/ 300516 h 1126566"/>
              <a:gd name="connsiteX139" fmla="*/ 11440688 w 12192000"/>
              <a:gd name="connsiteY139" fmla="*/ 310121 h 1126566"/>
              <a:gd name="connsiteX140" fmla="*/ 11496733 w 12192000"/>
              <a:gd name="connsiteY140" fmla="*/ 350225 h 1126566"/>
              <a:gd name="connsiteX141" fmla="*/ 11554005 w 12192000"/>
              <a:gd name="connsiteY141" fmla="*/ 351933 h 1126566"/>
              <a:gd name="connsiteX142" fmla="*/ 11565304 w 12192000"/>
              <a:gd name="connsiteY142" fmla="*/ 353069 h 1126566"/>
              <a:gd name="connsiteX143" fmla="*/ 11565435 w 12192000"/>
              <a:gd name="connsiteY143" fmla="*/ 353419 h 1126566"/>
              <a:gd name="connsiteX144" fmla="*/ 11577168 w 12192000"/>
              <a:gd name="connsiteY144" fmla="*/ 355270 h 1126566"/>
              <a:gd name="connsiteX145" fmla="*/ 11607823 w 12192000"/>
              <a:gd name="connsiteY145" fmla="*/ 357347 h 1126566"/>
              <a:gd name="connsiteX146" fmla="*/ 11664276 w 12192000"/>
              <a:gd name="connsiteY146" fmla="*/ 386951 h 1126566"/>
              <a:gd name="connsiteX147" fmla="*/ 11786197 w 12192000"/>
              <a:gd name="connsiteY147" fmla="*/ 477948 h 1126566"/>
              <a:gd name="connsiteX148" fmla="*/ 11866598 w 12192000"/>
              <a:gd name="connsiteY148" fmla="*/ 486803 h 1126566"/>
              <a:gd name="connsiteX149" fmla="*/ 11916744 w 12192000"/>
              <a:gd name="connsiteY149" fmla="*/ 502917 h 1126566"/>
              <a:gd name="connsiteX150" fmla="*/ 11949248 w 12192000"/>
              <a:gd name="connsiteY150" fmla="*/ 518881 h 1126566"/>
              <a:gd name="connsiteX151" fmla="*/ 11951002 w 12192000"/>
              <a:gd name="connsiteY151" fmla="*/ 518735 h 1126566"/>
              <a:gd name="connsiteX152" fmla="*/ 12026007 w 12192000"/>
              <a:gd name="connsiteY152" fmla="*/ 534384 h 1126566"/>
              <a:gd name="connsiteX153" fmla="*/ 12035188 w 12192000"/>
              <a:gd name="connsiteY153" fmla="*/ 529609 h 1126566"/>
              <a:gd name="connsiteX154" fmla="*/ 12115225 w 12192000"/>
              <a:gd name="connsiteY154" fmla="*/ 561895 h 1126566"/>
              <a:gd name="connsiteX155" fmla="*/ 12191636 w 12192000"/>
              <a:gd name="connsiteY155" fmla="*/ 558318 h 1126566"/>
              <a:gd name="connsiteX156" fmla="*/ 12192000 w 12192000"/>
              <a:gd name="connsiteY156" fmla="*/ 558295 h 1126566"/>
              <a:gd name="connsiteX157" fmla="*/ 12192000 w 12192000"/>
              <a:gd name="connsiteY157" fmla="*/ 1126566 h 1126566"/>
              <a:gd name="connsiteX158" fmla="*/ 0 w 12192000"/>
              <a:gd name="connsiteY158" fmla="*/ 1126566 h 1126566"/>
              <a:gd name="connsiteX159" fmla="*/ 0 w 12192000"/>
              <a:gd name="connsiteY159" fmla="*/ 401922 h 1126566"/>
              <a:gd name="connsiteX160" fmla="*/ 25242 w 12192000"/>
              <a:gd name="connsiteY160" fmla="*/ 388862 h 1126566"/>
              <a:gd name="connsiteX161" fmla="*/ 96922 w 12192000"/>
              <a:gd name="connsiteY161" fmla="*/ 357381 h 1126566"/>
              <a:gd name="connsiteX162" fmla="*/ 164580 w 12192000"/>
              <a:gd name="connsiteY162" fmla="*/ 322443 h 1126566"/>
              <a:gd name="connsiteX163" fmla="*/ 258712 w 12192000"/>
              <a:gd name="connsiteY163" fmla="*/ 286531 h 1126566"/>
              <a:gd name="connsiteX164" fmla="*/ 316354 w 12192000"/>
              <a:gd name="connsiteY164" fmla="*/ 238529 h 1126566"/>
              <a:gd name="connsiteX165" fmla="*/ 328834 w 12192000"/>
              <a:gd name="connsiteY165" fmla="*/ 240963 h 1126566"/>
              <a:gd name="connsiteX166" fmla="*/ 383414 w 12192000"/>
              <a:gd name="connsiteY166" fmla="*/ 221196 h 1126566"/>
              <a:gd name="connsiteX167" fmla="*/ 537708 w 12192000"/>
              <a:gd name="connsiteY167" fmla="*/ 119020 h 1126566"/>
              <a:gd name="connsiteX168" fmla="*/ 653257 w 12192000"/>
              <a:gd name="connsiteY168" fmla="*/ 91372 h 1126566"/>
              <a:gd name="connsiteX169" fmla="*/ 763197 w 12192000"/>
              <a:gd name="connsiteY169" fmla="*/ 59356 h 1126566"/>
              <a:gd name="connsiteX170" fmla="*/ 778208 w 12192000"/>
              <a:gd name="connsiteY170" fmla="*/ 63801 h 1126566"/>
              <a:gd name="connsiteX171" fmla="*/ 784725 w 12192000"/>
              <a:gd name="connsiteY171" fmla="*/ 62505 h 1126566"/>
              <a:gd name="connsiteX172" fmla="*/ 785400 w 12192000"/>
              <a:gd name="connsiteY172" fmla="*/ 62796 h 1126566"/>
              <a:gd name="connsiteX173" fmla="*/ 786774 w 12192000"/>
              <a:gd name="connsiteY173" fmla="*/ 62098 h 1126566"/>
              <a:gd name="connsiteX174" fmla="*/ 852003 w 12192000"/>
              <a:gd name="connsiteY174" fmla="*/ 61064 h 1126566"/>
              <a:gd name="connsiteX175" fmla="*/ 870719 w 12192000"/>
              <a:gd name="connsiteY175" fmla="*/ 47209 h 1126566"/>
              <a:gd name="connsiteX176" fmla="*/ 883786 w 12192000"/>
              <a:gd name="connsiteY176" fmla="*/ 45814 h 1126566"/>
              <a:gd name="connsiteX177" fmla="*/ 886400 w 12192000"/>
              <a:gd name="connsiteY177" fmla="*/ 43909 h 1126566"/>
              <a:gd name="connsiteX178" fmla="*/ 893881 w 12192000"/>
              <a:gd name="connsiteY178" fmla="*/ 40197 h 1126566"/>
              <a:gd name="connsiteX179" fmla="*/ 886282 w 12192000"/>
              <a:gd name="connsiteY179" fmla="*/ 36610 h 1126566"/>
              <a:gd name="connsiteX180" fmla="*/ 950274 w 12192000"/>
              <a:gd name="connsiteY180" fmla="*/ 20111 h 1126566"/>
              <a:gd name="connsiteX181" fmla="*/ 988432 w 12192000"/>
              <a:gd name="connsiteY181" fmla="*/ 24039 h 1126566"/>
              <a:gd name="connsiteX182" fmla="*/ 1048223 w 12192000"/>
              <a:gd name="connsiteY182" fmla="*/ 19791 h 1126566"/>
              <a:gd name="connsiteX183" fmla="*/ 1177886 w 12192000"/>
              <a:gd name="connsiteY183" fmla="*/ 30728 h 1126566"/>
              <a:gd name="connsiteX184" fmla="*/ 1305018 w 12192000"/>
              <a:gd name="connsiteY184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777878 w 12192000"/>
              <a:gd name="connsiteY86" fmla="*/ 639454 h 1126566"/>
              <a:gd name="connsiteX87" fmla="*/ 8858334 w 12192000"/>
              <a:gd name="connsiteY87" fmla="*/ 648415 h 1126566"/>
              <a:gd name="connsiteX88" fmla="*/ 8969814 w 12192000"/>
              <a:gd name="connsiteY88" fmla="*/ 639833 h 1126566"/>
              <a:gd name="connsiteX89" fmla="*/ 8996241 w 12192000"/>
              <a:gd name="connsiteY89" fmla="*/ 655221 h 1126566"/>
              <a:gd name="connsiteX90" fmla="*/ 9092152 w 12192000"/>
              <a:gd name="connsiteY90" fmla="*/ 609097 h 1126566"/>
              <a:gd name="connsiteX91" fmla="*/ 9156546 w 12192000"/>
              <a:gd name="connsiteY91" fmla="*/ 585468 h 1126566"/>
              <a:gd name="connsiteX92" fmla="*/ 9194830 w 12192000"/>
              <a:gd name="connsiteY92" fmla="*/ 571148 h 1126566"/>
              <a:gd name="connsiteX93" fmla="*/ 9314188 w 12192000"/>
              <a:gd name="connsiteY93" fmla="*/ 547301 h 1126566"/>
              <a:gd name="connsiteX94" fmla="*/ 9505176 w 12192000"/>
              <a:gd name="connsiteY94" fmla="*/ 542666 h 1126566"/>
              <a:gd name="connsiteX95" fmla="*/ 9581851 w 12192000"/>
              <a:gd name="connsiteY95" fmla="*/ 530976 h 1126566"/>
              <a:gd name="connsiteX96" fmla="*/ 9662056 w 12192000"/>
              <a:gd name="connsiteY96" fmla="*/ 524035 h 1126566"/>
              <a:gd name="connsiteX97" fmla="*/ 9724197 w 12192000"/>
              <a:gd name="connsiteY97" fmla="*/ 528337 h 1126566"/>
              <a:gd name="connsiteX98" fmla="*/ 9837846 w 12192000"/>
              <a:gd name="connsiteY98" fmla="*/ 492977 h 1126566"/>
              <a:gd name="connsiteX99" fmla="*/ 9917440 w 12192000"/>
              <a:gd name="connsiteY99" fmla="*/ 459605 h 1126566"/>
              <a:gd name="connsiteX100" fmla="*/ 9918439 w 12192000"/>
              <a:gd name="connsiteY100" fmla="*/ 453114 h 1126566"/>
              <a:gd name="connsiteX101" fmla="*/ 9953039 w 12192000"/>
              <a:gd name="connsiteY101" fmla="*/ 452486 h 1126566"/>
              <a:gd name="connsiteX102" fmla="*/ 9988183 w 12192000"/>
              <a:gd name="connsiteY102" fmla="*/ 448079 h 1126566"/>
              <a:gd name="connsiteX103" fmla="*/ 9991965 w 12192000"/>
              <a:gd name="connsiteY103" fmla="*/ 435969 h 1126566"/>
              <a:gd name="connsiteX104" fmla="*/ 9986932 w 12192000"/>
              <a:gd name="connsiteY104" fmla="*/ 431168 h 1126566"/>
              <a:gd name="connsiteX105" fmla="*/ 9996190 w 12192000"/>
              <a:gd name="connsiteY105" fmla="*/ 429066 h 1126566"/>
              <a:gd name="connsiteX106" fmla="*/ 9999786 w 12192000"/>
              <a:gd name="connsiteY106" fmla="*/ 427758 h 1126566"/>
              <a:gd name="connsiteX107" fmla="*/ 10012936 w 12192000"/>
              <a:gd name="connsiteY107" fmla="*/ 428884 h 1126566"/>
              <a:gd name="connsiteX108" fmla="*/ 10102484 w 12192000"/>
              <a:gd name="connsiteY108" fmla="*/ 441324 h 1126566"/>
              <a:gd name="connsiteX109" fmla="*/ 10199200 w 12192000"/>
              <a:gd name="connsiteY109" fmla="*/ 438197 h 1126566"/>
              <a:gd name="connsiteX110" fmla="*/ 10245648 w 12192000"/>
              <a:gd name="connsiteY110" fmla="*/ 438831 h 1126566"/>
              <a:gd name="connsiteX111" fmla="*/ 10369590 w 12192000"/>
              <a:gd name="connsiteY111" fmla="*/ 423377 h 1126566"/>
              <a:gd name="connsiteX112" fmla="*/ 10575777 w 12192000"/>
              <a:gd name="connsiteY112" fmla="*/ 355859 h 1126566"/>
              <a:gd name="connsiteX113" fmla="*/ 10638984 w 12192000"/>
              <a:gd name="connsiteY113" fmla="*/ 347416 h 1126566"/>
              <a:gd name="connsiteX114" fmla="*/ 10668356 w 12192000"/>
              <a:gd name="connsiteY114" fmla="*/ 340612 h 1126566"/>
              <a:gd name="connsiteX115" fmla="*/ 10732175 w 12192000"/>
              <a:gd name="connsiteY115" fmla="*/ 317549 h 1126566"/>
              <a:gd name="connsiteX116" fmla="*/ 10862886 w 12192000"/>
              <a:gd name="connsiteY116" fmla="*/ 313438 h 1126566"/>
              <a:gd name="connsiteX117" fmla="*/ 10963063 w 12192000"/>
              <a:gd name="connsiteY117" fmla="*/ 317771 h 1126566"/>
              <a:gd name="connsiteX118" fmla="*/ 11018562 w 12192000"/>
              <a:gd name="connsiteY118" fmla="*/ 316991 h 1126566"/>
              <a:gd name="connsiteX119" fmla="*/ 11059692 w 12192000"/>
              <a:gd name="connsiteY119" fmla="*/ 319983 h 1126566"/>
              <a:gd name="connsiteX120" fmla="*/ 11160371 w 12192000"/>
              <a:gd name="connsiteY120" fmla="*/ 308440 h 1126566"/>
              <a:gd name="connsiteX121" fmla="*/ 11178386 w 12192000"/>
              <a:gd name="connsiteY121" fmla="*/ 299490 h 1126566"/>
              <a:gd name="connsiteX122" fmla="*/ 11192494 w 12192000"/>
              <a:gd name="connsiteY122" fmla="*/ 296221 h 1126566"/>
              <a:gd name="connsiteX123" fmla="*/ 11199770 w 12192000"/>
              <a:gd name="connsiteY123" fmla="*/ 299772 h 1126566"/>
              <a:gd name="connsiteX124" fmla="*/ 11217258 w 12192000"/>
              <a:gd name="connsiteY124" fmla="*/ 293681 h 1126566"/>
              <a:gd name="connsiteX125" fmla="*/ 11245798 w 12192000"/>
              <a:gd name="connsiteY125" fmla="*/ 292170 h 1126566"/>
              <a:gd name="connsiteX126" fmla="*/ 11255992 w 12192000"/>
              <a:gd name="connsiteY126" fmla="*/ 291919 h 1126566"/>
              <a:gd name="connsiteX127" fmla="*/ 11264859 w 12192000"/>
              <a:gd name="connsiteY127" fmla="*/ 293937 h 1126566"/>
              <a:gd name="connsiteX128" fmla="*/ 11276151 w 12192000"/>
              <a:gd name="connsiteY128" fmla="*/ 293070 h 1126566"/>
              <a:gd name="connsiteX129" fmla="*/ 11279850 w 12192000"/>
              <a:gd name="connsiteY129" fmla="*/ 291330 h 1126566"/>
              <a:gd name="connsiteX130" fmla="*/ 11290818 w 12192000"/>
              <a:gd name="connsiteY130" fmla="*/ 291060 h 1126566"/>
              <a:gd name="connsiteX131" fmla="*/ 11296248 w 12192000"/>
              <a:gd name="connsiteY131" fmla="*/ 290163 h 1126566"/>
              <a:gd name="connsiteX132" fmla="*/ 11301652 w 12192000"/>
              <a:gd name="connsiteY132" fmla="*/ 290324 h 1126566"/>
              <a:gd name="connsiteX133" fmla="*/ 11339114 w 12192000"/>
              <a:gd name="connsiteY133" fmla="*/ 288153 h 1126566"/>
              <a:gd name="connsiteX134" fmla="*/ 11345146 w 12192000"/>
              <a:gd name="connsiteY134" fmla="*/ 290802 h 1126566"/>
              <a:gd name="connsiteX135" fmla="*/ 11400126 w 12192000"/>
              <a:gd name="connsiteY135" fmla="*/ 292287 h 1126566"/>
              <a:gd name="connsiteX136" fmla="*/ 11400420 w 12192000"/>
              <a:gd name="connsiteY136" fmla="*/ 293758 h 1126566"/>
              <a:gd name="connsiteX137" fmla="*/ 11413889 w 12192000"/>
              <a:gd name="connsiteY137" fmla="*/ 300516 h 1126566"/>
              <a:gd name="connsiteX138" fmla="*/ 11440688 w 12192000"/>
              <a:gd name="connsiteY138" fmla="*/ 310121 h 1126566"/>
              <a:gd name="connsiteX139" fmla="*/ 11496733 w 12192000"/>
              <a:gd name="connsiteY139" fmla="*/ 350225 h 1126566"/>
              <a:gd name="connsiteX140" fmla="*/ 11554005 w 12192000"/>
              <a:gd name="connsiteY140" fmla="*/ 351933 h 1126566"/>
              <a:gd name="connsiteX141" fmla="*/ 11565304 w 12192000"/>
              <a:gd name="connsiteY141" fmla="*/ 353069 h 1126566"/>
              <a:gd name="connsiteX142" fmla="*/ 11565435 w 12192000"/>
              <a:gd name="connsiteY142" fmla="*/ 353419 h 1126566"/>
              <a:gd name="connsiteX143" fmla="*/ 11577168 w 12192000"/>
              <a:gd name="connsiteY143" fmla="*/ 355270 h 1126566"/>
              <a:gd name="connsiteX144" fmla="*/ 11607823 w 12192000"/>
              <a:gd name="connsiteY144" fmla="*/ 357347 h 1126566"/>
              <a:gd name="connsiteX145" fmla="*/ 11664276 w 12192000"/>
              <a:gd name="connsiteY145" fmla="*/ 386951 h 1126566"/>
              <a:gd name="connsiteX146" fmla="*/ 11786197 w 12192000"/>
              <a:gd name="connsiteY146" fmla="*/ 477948 h 1126566"/>
              <a:gd name="connsiteX147" fmla="*/ 11866598 w 12192000"/>
              <a:gd name="connsiteY147" fmla="*/ 486803 h 1126566"/>
              <a:gd name="connsiteX148" fmla="*/ 11916744 w 12192000"/>
              <a:gd name="connsiteY148" fmla="*/ 502917 h 1126566"/>
              <a:gd name="connsiteX149" fmla="*/ 11949248 w 12192000"/>
              <a:gd name="connsiteY149" fmla="*/ 518881 h 1126566"/>
              <a:gd name="connsiteX150" fmla="*/ 11951002 w 12192000"/>
              <a:gd name="connsiteY150" fmla="*/ 518735 h 1126566"/>
              <a:gd name="connsiteX151" fmla="*/ 12026007 w 12192000"/>
              <a:gd name="connsiteY151" fmla="*/ 534384 h 1126566"/>
              <a:gd name="connsiteX152" fmla="*/ 12035188 w 12192000"/>
              <a:gd name="connsiteY152" fmla="*/ 529609 h 1126566"/>
              <a:gd name="connsiteX153" fmla="*/ 12115225 w 12192000"/>
              <a:gd name="connsiteY153" fmla="*/ 561895 h 1126566"/>
              <a:gd name="connsiteX154" fmla="*/ 12191636 w 12192000"/>
              <a:gd name="connsiteY154" fmla="*/ 558318 h 1126566"/>
              <a:gd name="connsiteX155" fmla="*/ 12192000 w 12192000"/>
              <a:gd name="connsiteY155" fmla="*/ 558295 h 1126566"/>
              <a:gd name="connsiteX156" fmla="*/ 12192000 w 12192000"/>
              <a:gd name="connsiteY156" fmla="*/ 1126566 h 1126566"/>
              <a:gd name="connsiteX157" fmla="*/ 0 w 12192000"/>
              <a:gd name="connsiteY157" fmla="*/ 1126566 h 1126566"/>
              <a:gd name="connsiteX158" fmla="*/ 0 w 12192000"/>
              <a:gd name="connsiteY158" fmla="*/ 401922 h 1126566"/>
              <a:gd name="connsiteX159" fmla="*/ 25242 w 12192000"/>
              <a:gd name="connsiteY159" fmla="*/ 388862 h 1126566"/>
              <a:gd name="connsiteX160" fmla="*/ 96922 w 12192000"/>
              <a:gd name="connsiteY160" fmla="*/ 357381 h 1126566"/>
              <a:gd name="connsiteX161" fmla="*/ 164580 w 12192000"/>
              <a:gd name="connsiteY161" fmla="*/ 322443 h 1126566"/>
              <a:gd name="connsiteX162" fmla="*/ 258712 w 12192000"/>
              <a:gd name="connsiteY162" fmla="*/ 286531 h 1126566"/>
              <a:gd name="connsiteX163" fmla="*/ 316354 w 12192000"/>
              <a:gd name="connsiteY163" fmla="*/ 238529 h 1126566"/>
              <a:gd name="connsiteX164" fmla="*/ 328834 w 12192000"/>
              <a:gd name="connsiteY164" fmla="*/ 240963 h 1126566"/>
              <a:gd name="connsiteX165" fmla="*/ 383414 w 12192000"/>
              <a:gd name="connsiteY165" fmla="*/ 221196 h 1126566"/>
              <a:gd name="connsiteX166" fmla="*/ 537708 w 12192000"/>
              <a:gd name="connsiteY166" fmla="*/ 119020 h 1126566"/>
              <a:gd name="connsiteX167" fmla="*/ 653257 w 12192000"/>
              <a:gd name="connsiteY167" fmla="*/ 91372 h 1126566"/>
              <a:gd name="connsiteX168" fmla="*/ 763197 w 12192000"/>
              <a:gd name="connsiteY168" fmla="*/ 59356 h 1126566"/>
              <a:gd name="connsiteX169" fmla="*/ 778208 w 12192000"/>
              <a:gd name="connsiteY169" fmla="*/ 63801 h 1126566"/>
              <a:gd name="connsiteX170" fmla="*/ 784725 w 12192000"/>
              <a:gd name="connsiteY170" fmla="*/ 62505 h 1126566"/>
              <a:gd name="connsiteX171" fmla="*/ 785400 w 12192000"/>
              <a:gd name="connsiteY171" fmla="*/ 62796 h 1126566"/>
              <a:gd name="connsiteX172" fmla="*/ 786774 w 12192000"/>
              <a:gd name="connsiteY172" fmla="*/ 62098 h 1126566"/>
              <a:gd name="connsiteX173" fmla="*/ 852003 w 12192000"/>
              <a:gd name="connsiteY173" fmla="*/ 61064 h 1126566"/>
              <a:gd name="connsiteX174" fmla="*/ 870719 w 12192000"/>
              <a:gd name="connsiteY174" fmla="*/ 47209 h 1126566"/>
              <a:gd name="connsiteX175" fmla="*/ 883786 w 12192000"/>
              <a:gd name="connsiteY175" fmla="*/ 45814 h 1126566"/>
              <a:gd name="connsiteX176" fmla="*/ 886400 w 12192000"/>
              <a:gd name="connsiteY176" fmla="*/ 43909 h 1126566"/>
              <a:gd name="connsiteX177" fmla="*/ 893881 w 12192000"/>
              <a:gd name="connsiteY177" fmla="*/ 40197 h 1126566"/>
              <a:gd name="connsiteX178" fmla="*/ 886282 w 12192000"/>
              <a:gd name="connsiteY178" fmla="*/ 36610 h 1126566"/>
              <a:gd name="connsiteX179" fmla="*/ 950274 w 12192000"/>
              <a:gd name="connsiteY179" fmla="*/ 20111 h 1126566"/>
              <a:gd name="connsiteX180" fmla="*/ 988432 w 12192000"/>
              <a:gd name="connsiteY180" fmla="*/ 24039 h 1126566"/>
              <a:gd name="connsiteX181" fmla="*/ 1048223 w 12192000"/>
              <a:gd name="connsiteY181" fmla="*/ 19791 h 1126566"/>
              <a:gd name="connsiteX182" fmla="*/ 1177886 w 12192000"/>
              <a:gd name="connsiteY182" fmla="*/ 30728 h 1126566"/>
              <a:gd name="connsiteX183" fmla="*/ 1305018 w 12192000"/>
              <a:gd name="connsiteY18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777878 w 12192000"/>
              <a:gd name="connsiteY86" fmla="*/ 639454 h 1126566"/>
              <a:gd name="connsiteX87" fmla="*/ 8858334 w 12192000"/>
              <a:gd name="connsiteY87" fmla="*/ 648415 h 1126566"/>
              <a:gd name="connsiteX88" fmla="*/ 8969814 w 12192000"/>
              <a:gd name="connsiteY88" fmla="*/ 639833 h 1126566"/>
              <a:gd name="connsiteX89" fmla="*/ 8977191 w 12192000"/>
              <a:gd name="connsiteY89" fmla="*/ 697131 h 1126566"/>
              <a:gd name="connsiteX90" fmla="*/ 9092152 w 12192000"/>
              <a:gd name="connsiteY90" fmla="*/ 609097 h 1126566"/>
              <a:gd name="connsiteX91" fmla="*/ 9156546 w 12192000"/>
              <a:gd name="connsiteY91" fmla="*/ 585468 h 1126566"/>
              <a:gd name="connsiteX92" fmla="*/ 9194830 w 12192000"/>
              <a:gd name="connsiteY92" fmla="*/ 571148 h 1126566"/>
              <a:gd name="connsiteX93" fmla="*/ 9314188 w 12192000"/>
              <a:gd name="connsiteY93" fmla="*/ 547301 h 1126566"/>
              <a:gd name="connsiteX94" fmla="*/ 9505176 w 12192000"/>
              <a:gd name="connsiteY94" fmla="*/ 542666 h 1126566"/>
              <a:gd name="connsiteX95" fmla="*/ 9581851 w 12192000"/>
              <a:gd name="connsiteY95" fmla="*/ 530976 h 1126566"/>
              <a:gd name="connsiteX96" fmla="*/ 9662056 w 12192000"/>
              <a:gd name="connsiteY96" fmla="*/ 524035 h 1126566"/>
              <a:gd name="connsiteX97" fmla="*/ 9724197 w 12192000"/>
              <a:gd name="connsiteY97" fmla="*/ 528337 h 1126566"/>
              <a:gd name="connsiteX98" fmla="*/ 9837846 w 12192000"/>
              <a:gd name="connsiteY98" fmla="*/ 492977 h 1126566"/>
              <a:gd name="connsiteX99" fmla="*/ 9917440 w 12192000"/>
              <a:gd name="connsiteY99" fmla="*/ 459605 h 1126566"/>
              <a:gd name="connsiteX100" fmla="*/ 9918439 w 12192000"/>
              <a:gd name="connsiteY100" fmla="*/ 453114 h 1126566"/>
              <a:gd name="connsiteX101" fmla="*/ 9953039 w 12192000"/>
              <a:gd name="connsiteY101" fmla="*/ 452486 h 1126566"/>
              <a:gd name="connsiteX102" fmla="*/ 9988183 w 12192000"/>
              <a:gd name="connsiteY102" fmla="*/ 448079 h 1126566"/>
              <a:gd name="connsiteX103" fmla="*/ 9991965 w 12192000"/>
              <a:gd name="connsiteY103" fmla="*/ 435969 h 1126566"/>
              <a:gd name="connsiteX104" fmla="*/ 9986932 w 12192000"/>
              <a:gd name="connsiteY104" fmla="*/ 431168 h 1126566"/>
              <a:gd name="connsiteX105" fmla="*/ 9996190 w 12192000"/>
              <a:gd name="connsiteY105" fmla="*/ 429066 h 1126566"/>
              <a:gd name="connsiteX106" fmla="*/ 9999786 w 12192000"/>
              <a:gd name="connsiteY106" fmla="*/ 427758 h 1126566"/>
              <a:gd name="connsiteX107" fmla="*/ 10012936 w 12192000"/>
              <a:gd name="connsiteY107" fmla="*/ 428884 h 1126566"/>
              <a:gd name="connsiteX108" fmla="*/ 10102484 w 12192000"/>
              <a:gd name="connsiteY108" fmla="*/ 441324 h 1126566"/>
              <a:gd name="connsiteX109" fmla="*/ 10199200 w 12192000"/>
              <a:gd name="connsiteY109" fmla="*/ 438197 h 1126566"/>
              <a:gd name="connsiteX110" fmla="*/ 10245648 w 12192000"/>
              <a:gd name="connsiteY110" fmla="*/ 438831 h 1126566"/>
              <a:gd name="connsiteX111" fmla="*/ 10369590 w 12192000"/>
              <a:gd name="connsiteY111" fmla="*/ 423377 h 1126566"/>
              <a:gd name="connsiteX112" fmla="*/ 10575777 w 12192000"/>
              <a:gd name="connsiteY112" fmla="*/ 355859 h 1126566"/>
              <a:gd name="connsiteX113" fmla="*/ 10638984 w 12192000"/>
              <a:gd name="connsiteY113" fmla="*/ 347416 h 1126566"/>
              <a:gd name="connsiteX114" fmla="*/ 10668356 w 12192000"/>
              <a:gd name="connsiteY114" fmla="*/ 340612 h 1126566"/>
              <a:gd name="connsiteX115" fmla="*/ 10732175 w 12192000"/>
              <a:gd name="connsiteY115" fmla="*/ 317549 h 1126566"/>
              <a:gd name="connsiteX116" fmla="*/ 10862886 w 12192000"/>
              <a:gd name="connsiteY116" fmla="*/ 313438 h 1126566"/>
              <a:gd name="connsiteX117" fmla="*/ 10963063 w 12192000"/>
              <a:gd name="connsiteY117" fmla="*/ 317771 h 1126566"/>
              <a:gd name="connsiteX118" fmla="*/ 11018562 w 12192000"/>
              <a:gd name="connsiteY118" fmla="*/ 316991 h 1126566"/>
              <a:gd name="connsiteX119" fmla="*/ 11059692 w 12192000"/>
              <a:gd name="connsiteY119" fmla="*/ 319983 h 1126566"/>
              <a:gd name="connsiteX120" fmla="*/ 11160371 w 12192000"/>
              <a:gd name="connsiteY120" fmla="*/ 308440 h 1126566"/>
              <a:gd name="connsiteX121" fmla="*/ 11178386 w 12192000"/>
              <a:gd name="connsiteY121" fmla="*/ 299490 h 1126566"/>
              <a:gd name="connsiteX122" fmla="*/ 11192494 w 12192000"/>
              <a:gd name="connsiteY122" fmla="*/ 296221 h 1126566"/>
              <a:gd name="connsiteX123" fmla="*/ 11199770 w 12192000"/>
              <a:gd name="connsiteY123" fmla="*/ 299772 h 1126566"/>
              <a:gd name="connsiteX124" fmla="*/ 11217258 w 12192000"/>
              <a:gd name="connsiteY124" fmla="*/ 293681 h 1126566"/>
              <a:gd name="connsiteX125" fmla="*/ 11245798 w 12192000"/>
              <a:gd name="connsiteY125" fmla="*/ 292170 h 1126566"/>
              <a:gd name="connsiteX126" fmla="*/ 11255992 w 12192000"/>
              <a:gd name="connsiteY126" fmla="*/ 291919 h 1126566"/>
              <a:gd name="connsiteX127" fmla="*/ 11264859 w 12192000"/>
              <a:gd name="connsiteY127" fmla="*/ 293937 h 1126566"/>
              <a:gd name="connsiteX128" fmla="*/ 11276151 w 12192000"/>
              <a:gd name="connsiteY128" fmla="*/ 293070 h 1126566"/>
              <a:gd name="connsiteX129" fmla="*/ 11279850 w 12192000"/>
              <a:gd name="connsiteY129" fmla="*/ 291330 h 1126566"/>
              <a:gd name="connsiteX130" fmla="*/ 11290818 w 12192000"/>
              <a:gd name="connsiteY130" fmla="*/ 291060 h 1126566"/>
              <a:gd name="connsiteX131" fmla="*/ 11296248 w 12192000"/>
              <a:gd name="connsiteY131" fmla="*/ 290163 h 1126566"/>
              <a:gd name="connsiteX132" fmla="*/ 11301652 w 12192000"/>
              <a:gd name="connsiteY132" fmla="*/ 290324 h 1126566"/>
              <a:gd name="connsiteX133" fmla="*/ 11339114 w 12192000"/>
              <a:gd name="connsiteY133" fmla="*/ 288153 h 1126566"/>
              <a:gd name="connsiteX134" fmla="*/ 11345146 w 12192000"/>
              <a:gd name="connsiteY134" fmla="*/ 290802 h 1126566"/>
              <a:gd name="connsiteX135" fmla="*/ 11400126 w 12192000"/>
              <a:gd name="connsiteY135" fmla="*/ 292287 h 1126566"/>
              <a:gd name="connsiteX136" fmla="*/ 11400420 w 12192000"/>
              <a:gd name="connsiteY136" fmla="*/ 293758 h 1126566"/>
              <a:gd name="connsiteX137" fmla="*/ 11413889 w 12192000"/>
              <a:gd name="connsiteY137" fmla="*/ 300516 h 1126566"/>
              <a:gd name="connsiteX138" fmla="*/ 11440688 w 12192000"/>
              <a:gd name="connsiteY138" fmla="*/ 310121 h 1126566"/>
              <a:gd name="connsiteX139" fmla="*/ 11496733 w 12192000"/>
              <a:gd name="connsiteY139" fmla="*/ 350225 h 1126566"/>
              <a:gd name="connsiteX140" fmla="*/ 11554005 w 12192000"/>
              <a:gd name="connsiteY140" fmla="*/ 351933 h 1126566"/>
              <a:gd name="connsiteX141" fmla="*/ 11565304 w 12192000"/>
              <a:gd name="connsiteY141" fmla="*/ 353069 h 1126566"/>
              <a:gd name="connsiteX142" fmla="*/ 11565435 w 12192000"/>
              <a:gd name="connsiteY142" fmla="*/ 353419 h 1126566"/>
              <a:gd name="connsiteX143" fmla="*/ 11577168 w 12192000"/>
              <a:gd name="connsiteY143" fmla="*/ 355270 h 1126566"/>
              <a:gd name="connsiteX144" fmla="*/ 11607823 w 12192000"/>
              <a:gd name="connsiteY144" fmla="*/ 357347 h 1126566"/>
              <a:gd name="connsiteX145" fmla="*/ 11664276 w 12192000"/>
              <a:gd name="connsiteY145" fmla="*/ 386951 h 1126566"/>
              <a:gd name="connsiteX146" fmla="*/ 11786197 w 12192000"/>
              <a:gd name="connsiteY146" fmla="*/ 477948 h 1126566"/>
              <a:gd name="connsiteX147" fmla="*/ 11866598 w 12192000"/>
              <a:gd name="connsiteY147" fmla="*/ 486803 h 1126566"/>
              <a:gd name="connsiteX148" fmla="*/ 11916744 w 12192000"/>
              <a:gd name="connsiteY148" fmla="*/ 502917 h 1126566"/>
              <a:gd name="connsiteX149" fmla="*/ 11949248 w 12192000"/>
              <a:gd name="connsiteY149" fmla="*/ 518881 h 1126566"/>
              <a:gd name="connsiteX150" fmla="*/ 11951002 w 12192000"/>
              <a:gd name="connsiteY150" fmla="*/ 518735 h 1126566"/>
              <a:gd name="connsiteX151" fmla="*/ 12026007 w 12192000"/>
              <a:gd name="connsiteY151" fmla="*/ 534384 h 1126566"/>
              <a:gd name="connsiteX152" fmla="*/ 12035188 w 12192000"/>
              <a:gd name="connsiteY152" fmla="*/ 529609 h 1126566"/>
              <a:gd name="connsiteX153" fmla="*/ 12115225 w 12192000"/>
              <a:gd name="connsiteY153" fmla="*/ 561895 h 1126566"/>
              <a:gd name="connsiteX154" fmla="*/ 12191636 w 12192000"/>
              <a:gd name="connsiteY154" fmla="*/ 558318 h 1126566"/>
              <a:gd name="connsiteX155" fmla="*/ 12192000 w 12192000"/>
              <a:gd name="connsiteY155" fmla="*/ 558295 h 1126566"/>
              <a:gd name="connsiteX156" fmla="*/ 12192000 w 12192000"/>
              <a:gd name="connsiteY156" fmla="*/ 1126566 h 1126566"/>
              <a:gd name="connsiteX157" fmla="*/ 0 w 12192000"/>
              <a:gd name="connsiteY157" fmla="*/ 1126566 h 1126566"/>
              <a:gd name="connsiteX158" fmla="*/ 0 w 12192000"/>
              <a:gd name="connsiteY158" fmla="*/ 401922 h 1126566"/>
              <a:gd name="connsiteX159" fmla="*/ 25242 w 12192000"/>
              <a:gd name="connsiteY159" fmla="*/ 388862 h 1126566"/>
              <a:gd name="connsiteX160" fmla="*/ 96922 w 12192000"/>
              <a:gd name="connsiteY160" fmla="*/ 357381 h 1126566"/>
              <a:gd name="connsiteX161" fmla="*/ 164580 w 12192000"/>
              <a:gd name="connsiteY161" fmla="*/ 322443 h 1126566"/>
              <a:gd name="connsiteX162" fmla="*/ 258712 w 12192000"/>
              <a:gd name="connsiteY162" fmla="*/ 286531 h 1126566"/>
              <a:gd name="connsiteX163" fmla="*/ 316354 w 12192000"/>
              <a:gd name="connsiteY163" fmla="*/ 238529 h 1126566"/>
              <a:gd name="connsiteX164" fmla="*/ 328834 w 12192000"/>
              <a:gd name="connsiteY164" fmla="*/ 240963 h 1126566"/>
              <a:gd name="connsiteX165" fmla="*/ 383414 w 12192000"/>
              <a:gd name="connsiteY165" fmla="*/ 221196 h 1126566"/>
              <a:gd name="connsiteX166" fmla="*/ 537708 w 12192000"/>
              <a:gd name="connsiteY166" fmla="*/ 119020 h 1126566"/>
              <a:gd name="connsiteX167" fmla="*/ 653257 w 12192000"/>
              <a:gd name="connsiteY167" fmla="*/ 91372 h 1126566"/>
              <a:gd name="connsiteX168" fmla="*/ 763197 w 12192000"/>
              <a:gd name="connsiteY168" fmla="*/ 59356 h 1126566"/>
              <a:gd name="connsiteX169" fmla="*/ 778208 w 12192000"/>
              <a:gd name="connsiteY169" fmla="*/ 63801 h 1126566"/>
              <a:gd name="connsiteX170" fmla="*/ 784725 w 12192000"/>
              <a:gd name="connsiteY170" fmla="*/ 62505 h 1126566"/>
              <a:gd name="connsiteX171" fmla="*/ 785400 w 12192000"/>
              <a:gd name="connsiteY171" fmla="*/ 62796 h 1126566"/>
              <a:gd name="connsiteX172" fmla="*/ 786774 w 12192000"/>
              <a:gd name="connsiteY172" fmla="*/ 62098 h 1126566"/>
              <a:gd name="connsiteX173" fmla="*/ 852003 w 12192000"/>
              <a:gd name="connsiteY173" fmla="*/ 61064 h 1126566"/>
              <a:gd name="connsiteX174" fmla="*/ 870719 w 12192000"/>
              <a:gd name="connsiteY174" fmla="*/ 47209 h 1126566"/>
              <a:gd name="connsiteX175" fmla="*/ 883786 w 12192000"/>
              <a:gd name="connsiteY175" fmla="*/ 45814 h 1126566"/>
              <a:gd name="connsiteX176" fmla="*/ 886400 w 12192000"/>
              <a:gd name="connsiteY176" fmla="*/ 43909 h 1126566"/>
              <a:gd name="connsiteX177" fmla="*/ 893881 w 12192000"/>
              <a:gd name="connsiteY177" fmla="*/ 40197 h 1126566"/>
              <a:gd name="connsiteX178" fmla="*/ 886282 w 12192000"/>
              <a:gd name="connsiteY178" fmla="*/ 36610 h 1126566"/>
              <a:gd name="connsiteX179" fmla="*/ 950274 w 12192000"/>
              <a:gd name="connsiteY179" fmla="*/ 20111 h 1126566"/>
              <a:gd name="connsiteX180" fmla="*/ 988432 w 12192000"/>
              <a:gd name="connsiteY180" fmla="*/ 24039 h 1126566"/>
              <a:gd name="connsiteX181" fmla="*/ 1048223 w 12192000"/>
              <a:gd name="connsiteY181" fmla="*/ 19791 h 1126566"/>
              <a:gd name="connsiteX182" fmla="*/ 1177886 w 12192000"/>
              <a:gd name="connsiteY182" fmla="*/ 30728 h 1126566"/>
              <a:gd name="connsiteX183" fmla="*/ 1305018 w 12192000"/>
              <a:gd name="connsiteY183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72553 w 12192000"/>
              <a:gd name="connsiteY69" fmla="*/ 32726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777878 w 12192000"/>
              <a:gd name="connsiteY86" fmla="*/ 639454 h 1126566"/>
              <a:gd name="connsiteX87" fmla="*/ 8858334 w 12192000"/>
              <a:gd name="connsiteY87" fmla="*/ 648415 h 1126566"/>
              <a:gd name="connsiteX88" fmla="*/ 8969814 w 12192000"/>
              <a:gd name="connsiteY88" fmla="*/ 639833 h 1126566"/>
              <a:gd name="connsiteX89" fmla="*/ 9092152 w 12192000"/>
              <a:gd name="connsiteY89" fmla="*/ 609097 h 1126566"/>
              <a:gd name="connsiteX90" fmla="*/ 9156546 w 12192000"/>
              <a:gd name="connsiteY90" fmla="*/ 585468 h 1126566"/>
              <a:gd name="connsiteX91" fmla="*/ 9194830 w 12192000"/>
              <a:gd name="connsiteY91" fmla="*/ 571148 h 1126566"/>
              <a:gd name="connsiteX92" fmla="*/ 9314188 w 12192000"/>
              <a:gd name="connsiteY92" fmla="*/ 547301 h 1126566"/>
              <a:gd name="connsiteX93" fmla="*/ 9505176 w 12192000"/>
              <a:gd name="connsiteY93" fmla="*/ 542666 h 1126566"/>
              <a:gd name="connsiteX94" fmla="*/ 9581851 w 12192000"/>
              <a:gd name="connsiteY94" fmla="*/ 530976 h 1126566"/>
              <a:gd name="connsiteX95" fmla="*/ 9662056 w 12192000"/>
              <a:gd name="connsiteY95" fmla="*/ 524035 h 1126566"/>
              <a:gd name="connsiteX96" fmla="*/ 9724197 w 12192000"/>
              <a:gd name="connsiteY96" fmla="*/ 528337 h 1126566"/>
              <a:gd name="connsiteX97" fmla="*/ 9837846 w 12192000"/>
              <a:gd name="connsiteY97" fmla="*/ 492977 h 1126566"/>
              <a:gd name="connsiteX98" fmla="*/ 9917440 w 12192000"/>
              <a:gd name="connsiteY98" fmla="*/ 459605 h 1126566"/>
              <a:gd name="connsiteX99" fmla="*/ 9918439 w 12192000"/>
              <a:gd name="connsiteY99" fmla="*/ 453114 h 1126566"/>
              <a:gd name="connsiteX100" fmla="*/ 9953039 w 12192000"/>
              <a:gd name="connsiteY100" fmla="*/ 452486 h 1126566"/>
              <a:gd name="connsiteX101" fmla="*/ 9988183 w 12192000"/>
              <a:gd name="connsiteY101" fmla="*/ 448079 h 1126566"/>
              <a:gd name="connsiteX102" fmla="*/ 9991965 w 12192000"/>
              <a:gd name="connsiteY102" fmla="*/ 435969 h 1126566"/>
              <a:gd name="connsiteX103" fmla="*/ 9986932 w 12192000"/>
              <a:gd name="connsiteY103" fmla="*/ 431168 h 1126566"/>
              <a:gd name="connsiteX104" fmla="*/ 9996190 w 12192000"/>
              <a:gd name="connsiteY104" fmla="*/ 429066 h 1126566"/>
              <a:gd name="connsiteX105" fmla="*/ 9999786 w 12192000"/>
              <a:gd name="connsiteY105" fmla="*/ 427758 h 1126566"/>
              <a:gd name="connsiteX106" fmla="*/ 10012936 w 12192000"/>
              <a:gd name="connsiteY106" fmla="*/ 428884 h 1126566"/>
              <a:gd name="connsiteX107" fmla="*/ 10102484 w 12192000"/>
              <a:gd name="connsiteY107" fmla="*/ 441324 h 1126566"/>
              <a:gd name="connsiteX108" fmla="*/ 10199200 w 12192000"/>
              <a:gd name="connsiteY108" fmla="*/ 438197 h 1126566"/>
              <a:gd name="connsiteX109" fmla="*/ 10245648 w 12192000"/>
              <a:gd name="connsiteY109" fmla="*/ 438831 h 1126566"/>
              <a:gd name="connsiteX110" fmla="*/ 10369590 w 12192000"/>
              <a:gd name="connsiteY110" fmla="*/ 423377 h 1126566"/>
              <a:gd name="connsiteX111" fmla="*/ 10575777 w 12192000"/>
              <a:gd name="connsiteY111" fmla="*/ 355859 h 1126566"/>
              <a:gd name="connsiteX112" fmla="*/ 10638984 w 12192000"/>
              <a:gd name="connsiteY112" fmla="*/ 347416 h 1126566"/>
              <a:gd name="connsiteX113" fmla="*/ 10668356 w 12192000"/>
              <a:gd name="connsiteY113" fmla="*/ 340612 h 1126566"/>
              <a:gd name="connsiteX114" fmla="*/ 10732175 w 12192000"/>
              <a:gd name="connsiteY114" fmla="*/ 317549 h 1126566"/>
              <a:gd name="connsiteX115" fmla="*/ 10862886 w 12192000"/>
              <a:gd name="connsiteY115" fmla="*/ 313438 h 1126566"/>
              <a:gd name="connsiteX116" fmla="*/ 10963063 w 12192000"/>
              <a:gd name="connsiteY116" fmla="*/ 317771 h 1126566"/>
              <a:gd name="connsiteX117" fmla="*/ 11018562 w 12192000"/>
              <a:gd name="connsiteY117" fmla="*/ 316991 h 1126566"/>
              <a:gd name="connsiteX118" fmla="*/ 11059692 w 12192000"/>
              <a:gd name="connsiteY118" fmla="*/ 319983 h 1126566"/>
              <a:gd name="connsiteX119" fmla="*/ 11160371 w 12192000"/>
              <a:gd name="connsiteY119" fmla="*/ 308440 h 1126566"/>
              <a:gd name="connsiteX120" fmla="*/ 11178386 w 12192000"/>
              <a:gd name="connsiteY120" fmla="*/ 299490 h 1126566"/>
              <a:gd name="connsiteX121" fmla="*/ 11192494 w 12192000"/>
              <a:gd name="connsiteY121" fmla="*/ 296221 h 1126566"/>
              <a:gd name="connsiteX122" fmla="*/ 11199770 w 12192000"/>
              <a:gd name="connsiteY122" fmla="*/ 299772 h 1126566"/>
              <a:gd name="connsiteX123" fmla="*/ 11217258 w 12192000"/>
              <a:gd name="connsiteY123" fmla="*/ 293681 h 1126566"/>
              <a:gd name="connsiteX124" fmla="*/ 11245798 w 12192000"/>
              <a:gd name="connsiteY124" fmla="*/ 292170 h 1126566"/>
              <a:gd name="connsiteX125" fmla="*/ 11255992 w 12192000"/>
              <a:gd name="connsiteY125" fmla="*/ 291919 h 1126566"/>
              <a:gd name="connsiteX126" fmla="*/ 11264859 w 12192000"/>
              <a:gd name="connsiteY126" fmla="*/ 293937 h 1126566"/>
              <a:gd name="connsiteX127" fmla="*/ 11276151 w 12192000"/>
              <a:gd name="connsiteY127" fmla="*/ 293070 h 1126566"/>
              <a:gd name="connsiteX128" fmla="*/ 11279850 w 12192000"/>
              <a:gd name="connsiteY128" fmla="*/ 291330 h 1126566"/>
              <a:gd name="connsiteX129" fmla="*/ 11290818 w 12192000"/>
              <a:gd name="connsiteY129" fmla="*/ 291060 h 1126566"/>
              <a:gd name="connsiteX130" fmla="*/ 11296248 w 12192000"/>
              <a:gd name="connsiteY130" fmla="*/ 290163 h 1126566"/>
              <a:gd name="connsiteX131" fmla="*/ 11301652 w 12192000"/>
              <a:gd name="connsiteY131" fmla="*/ 290324 h 1126566"/>
              <a:gd name="connsiteX132" fmla="*/ 11339114 w 12192000"/>
              <a:gd name="connsiteY132" fmla="*/ 288153 h 1126566"/>
              <a:gd name="connsiteX133" fmla="*/ 11345146 w 12192000"/>
              <a:gd name="connsiteY133" fmla="*/ 290802 h 1126566"/>
              <a:gd name="connsiteX134" fmla="*/ 11400126 w 12192000"/>
              <a:gd name="connsiteY134" fmla="*/ 292287 h 1126566"/>
              <a:gd name="connsiteX135" fmla="*/ 11400420 w 12192000"/>
              <a:gd name="connsiteY135" fmla="*/ 293758 h 1126566"/>
              <a:gd name="connsiteX136" fmla="*/ 11413889 w 12192000"/>
              <a:gd name="connsiteY136" fmla="*/ 300516 h 1126566"/>
              <a:gd name="connsiteX137" fmla="*/ 11440688 w 12192000"/>
              <a:gd name="connsiteY137" fmla="*/ 310121 h 1126566"/>
              <a:gd name="connsiteX138" fmla="*/ 11496733 w 12192000"/>
              <a:gd name="connsiteY138" fmla="*/ 350225 h 1126566"/>
              <a:gd name="connsiteX139" fmla="*/ 11554005 w 12192000"/>
              <a:gd name="connsiteY139" fmla="*/ 351933 h 1126566"/>
              <a:gd name="connsiteX140" fmla="*/ 11565304 w 12192000"/>
              <a:gd name="connsiteY140" fmla="*/ 353069 h 1126566"/>
              <a:gd name="connsiteX141" fmla="*/ 11565435 w 12192000"/>
              <a:gd name="connsiteY141" fmla="*/ 353419 h 1126566"/>
              <a:gd name="connsiteX142" fmla="*/ 11577168 w 12192000"/>
              <a:gd name="connsiteY142" fmla="*/ 355270 h 1126566"/>
              <a:gd name="connsiteX143" fmla="*/ 11607823 w 12192000"/>
              <a:gd name="connsiteY143" fmla="*/ 357347 h 1126566"/>
              <a:gd name="connsiteX144" fmla="*/ 11664276 w 12192000"/>
              <a:gd name="connsiteY144" fmla="*/ 386951 h 1126566"/>
              <a:gd name="connsiteX145" fmla="*/ 11786197 w 12192000"/>
              <a:gd name="connsiteY145" fmla="*/ 477948 h 1126566"/>
              <a:gd name="connsiteX146" fmla="*/ 11866598 w 12192000"/>
              <a:gd name="connsiteY146" fmla="*/ 486803 h 1126566"/>
              <a:gd name="connsiteX147" fmla="*/ 11916744 w 12192000"/>
              <a:gd name="connsiteY147" fmla="*/ 502917 h 1126566"/>
              <a:gd name="connsiteX148" fmla="*/ 11949248 w 12192000"/>
              <a:gd name="connsiteY148" fmla="*/ 518881 h 1126566"/>
              <a:gd name="connsiteX149" fmla="*/ 11951002 w 12192000"/>
              <a:gd name="connsiteY149" fmla="*/ 518735 h 1126566"/>
              <a:gd name="connsiteX150" fmla="*/ 12026007 w 12192000"/>
              <a:gd name="connsiteY150" fmla="*/ 534384 h 1126566"/>
              <a:gd name="connsiteX151" fmla="*/ 12035188 w 12192000"/>
              <a:gd name="connsiteY151" fmla="*/ 529609 h 1126566"/>
              <a:gd name="connsiteX152" fmla="*/ 12115225 w 12192000"/>
              <a:gd name="connsiteY152" fmla="*/ 561895 h 1126566"/>
              <a:gd name="connsiteX153" fmla="*/ 12191636 w 12192000"/>
              <a:gd name="connsiteY153" fmla="*/ 558318 h 1126566"/>
              <a:gd name="connsiteX154" fmla="*/ 12192000 w 12192000"/>
              <a:gd name="connsiteY154" fmla="*/ 558295 h 1126566"/>
              <a:gd name="connsiteX155" fmla="*/ 12192000 w 12192000"/>
              <a:gd name="connsiteY155" fmla="*/ 1126566 h 1126566"/>
              <a:gd name="connsiteX156" fmla="*/ 0 w 12192000"/>
              <a:gd name="connsiteY156" fmla="*/ 1126566 h 1126566"/>
              <a:gd name="connsiteX157" fmla="*/ 0 w 12192000"/>
              <a:gd name="connsiteY157" fmla="*/ 401922 h 1126566"/>
              <a:gd name="connsiteX158" fmla="*/ 25242 w 12192000"/>
              <a:gd name="connsiteY158" fmla="*/ 388862 h 1126566"/>
              <a:gd name="connsiteX159" fmla="*/ 96922 w 12192000"/>
              <a:gd name="connsiteY159" fmla="*/ 357381 h 1126566"/>
              <a:gd name="connsiteX160" fmla="*/ 164580 w 12192000"/>
              <a:gd name="connsiteY160" fmla="*/ 322443 h 1126566"/>
              <a:gd name="connsiteX161" fmla="*/ 258712 w 12192000"/>
              <a:gd name="connsiteY161" fmla="*/ 286531 h 1126566"/>
              <a:gd name="connsiteX162" fmla="*/ 316354 w 12192000"/>
              <a:gd name="connsiteY162" fmla="*/ 238529 h 1126566"/>
              <a:gd name="connsiteX163" fmla="*/ 328834 w 12192000"/>
              <a:gd name="connsiteY163" fmla="*/ 240963 h 1126566"/>
              <a:gd name="connsiteX164" fmla="*/ 383414 w 12192000"/>
              <a:gd name="connsiteY164" fmla="*/ 221196 h 1126566"/>
              <a:gd name="connsiteX165" fmla="*/ 537708 w 12192000"/>
              <a:gd name="connsiteY165" fmla="*/ 119020 h 1126566"/>
              <a:gd name="connsiteX166" fmla="*/ 653257 w 12192000"/>
              <a:gd name="connsiteY166" fmla="*/ 91372 h 1126566"/>
              <a:gd name="connsiteX167" fmla="*/ 763197 w 12192000"/>
              <a:gd name="connsiteY167" fmla="*/ 59356 h 1126566"/>
              <a:gd name="connsiteX168" fmla="*/ 778208 w 12192000"/>
              <a:gd name="connsiteY168" fmla="*/ 63801 h 1126566"/>
              <a:gd name="connsiteX169" fmla="*/ 784725 w 12192000"/>
              <a:gd name="connsiteY169" fmla="*/ 62505 h 1126566"/>
              <a:gd name="connsiteX170" fmla="*/ 785400 w 12192000"/>
              <a:gd name="connsiteY170" fmla="*/ 62796 h 1126566"/>
              <a:gd name="connsiteX171" fmla="*/ 786774 w 12192000"/>
              <a:gd name="connsiteY171" fmla="*/ 62098 h 1126566"/>
              <a:gd name="connsiteX172" fmla="*/ 852003 w 12192000"/>
              <a:gd name="connsiteY172" fmla="*/ 61064 h 1126566"/>
              <a:gd name="connsiteX173" fmla="*/ 870719 w 12192000"/>
              <a:gd name="connsiteY173" fmla="*/ 47209 h 1126566"/>
              <a:gd name="connsiteX174" fmla="*/ 883786 w 12192000"/>
              <a:gd name="connsiteY174" fmla="*/ 45814 h 1126566"/>
              <a:gd name="connsiteX175" fmla="*/ 886400 w 12192000"/>
              <a:gd name="connsiteY175" fmla="*/ 43909 h 1126566"/>
              <a:gd name="connsiteX176" fmla="*/ 893881 w 12192000"/>
              <a:gd name="connsiteY176" fmla="*/ 40197 h 1126566"/>
              <a:gd name="connsiteX177" fmla="*/ 886282 w 12192000"/>
              <a:gd name="connsiteY177" fmla="*/ 36610 h 1126566"/>
              <a:gd name="connsiteX178" fmla="*/ 950274 w 12192000"/>
              <a:gd name="connsiteY178" fmla="*/ 20111 h 1126566"/>
              <a:gd name="connsiteX179" fmla="*/ 988432 w 12192000"/>
              <a:gd name="connsiteY179" fmla="*/ 24039 h 1126566"/>
              <a:gd name="connsiteX180" fmla="*/ 1048223 w 12192000"/>
              <a:gd name="connsiteY180" fmla="*/ 19791 h 1126566"/>
              <a:gd name="connsiteX181" fmla="*/ 1177886 w 12192000"/>
              <a:gd name="connsiteY181" fmla="*/ 30728 h 1126566"/>
              <a:gd name="connsiteX182" fmla="*/ 1305018 w 12192000"/>
              <a:gd name="connsiteY182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45883 w 12192000"/>
              <a:gd name="connsiteY69" fmla="*/ 30440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70980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777878 w 12192000"/>
              <a:gd name="connsiteY86" fmla="*/ 639454 h 1126566"/>
              <a:gd name="connsiteX87" fmla="*/ 8858334 w 12192000"/>
              <a:gd name="connsiteY87" fmla="*/ 648415 h 1126566"/>
              <a:gd name="connsiteX88" fmla="*/ 8969814 w 12192000"/>
              <a:gd name="connsiteY88" fmla="*/ 639833 h 1126566"/>
              <a:gd name="connsiteX89" fmla="*/ 9092152 w 12192000"/>
              <a:gd name="connsiteY89" fmla="*/ 609097 h 1126566"/>
              <a:gd name="connsiteX90" fmla="*/ 9156546 w 12192000"/>
              <a:gd name="connsiteY90" fmla="*/ 585468 h 1126566"/>
              <a:gd name="connsiteX91" fmla="*/ 9194830 w 12192000"/>
              <a:gd name="connsiteY91" fmla="*/ 571148 h 1126566"/>
              <a:gd name="connsiteX92" fmla="*/ 9314188 w 12192000"/>
              <a:gd name="connsiteY92" fmla="*/ 547301 h 1126566"/>
              <a:gd name="connsiteX93" fmla="*/ 9505176 w 12192000"/>
              <a:gd name="connsiteY93" fmla="*/ 542666 h 1126566"/>
              <a:gd name="connsiteX94" fmla="*/ 9581851 w 12192000"/>
              <a:gd name="connsiteY94" fmla="*/ 530976 h 1126566"/>
              <a:gd name="connsiteX95" fmla="*/ 9662056 w 12192000"/>
              <a:gd name="connsiteY95" fmla="*/ 524035 h 1126566"/>
              <a:gd name="connsiteX96" fmla="*/ 9724197 w 12192000"/>
              <a:gd name="connsiteY96" fmla="*/ 528337 h 1126566"/>
              <a:gd name="connsiteX97" fmla="*/ 9837846 w 12192000"/>
              <a:gd name="connsiteY97" fmla="*/ 492977 h 1126566"/>
              <a:gd name="connsiteX98" fmla="*/ 9917440 w 12192000"/>
              <a:gd name="connsiteY98" fmla="*/ 459605 h 1126566"/>
              <a:gd name="connsiteX99" fmla="*/ 9918439 w 12192000"/>
              <a:gd name="connsiteY99" fmla="*/ 453114 h 1126566"/>
              <a:gd name="connsiteX100" fmla="*/ 9953039 w 12192000"/>
              <a:gd name="connsiteY100" fmla="*/ 452486 h 1126566"/>
              <a:gd name="connsiteX101" fmla="*/ 9988183 w 12192000"/>
              <a:gd name="connsiteY101" fmla="*/ 448079 h 1126566"/>
              <a:gd name="connsiteX102" fmla="*/ 9991965 w 12192000"/>
              <a:gd name="connsiteY102" fmla="*/ 435969 h 1126566"/>
              <a:gd name="connsiteX103" fmla="*/ 9986932 w 12192000"/>
              <a:gd name="connsiteY103" fmla="*/ 431168 h 1126566"/>
              <a:gd name="connsiteX104" fmla="*/ 9996190 w 12192000"/>
              <a:gd name="connsiteY104" fmla="*/ 429066 h 1126566"/>
              <a:gd name="connsiteX105" fmla="*/ 9999786 w 12192000"/>
              <a:gd name="connsiteY105" fmla="*/ 427758 h 1126566"/>
              <a:gd name="connsiteX106" fmla="*/ 10012936 w 12192000"/>
              <a:gd name="connsiteY106" fmla="*/ 428884 h 1126566"/>
              <a:gd name="connsiteX107" fmla="*/ 10102484 w 12192000"/>
              <a:gd name="connsiteY107" fmla="*/ 441324 h 1126566"/>
              <a:gd name="connsiteX108" fmla="*/ 10199200 w 12192000"/>
              <a:gd name="connsiteY108" fmla="*/ 438197 h 1126566"/>
              <a:gd name="connsiteX109" fmla="*/ 10245648 w 12192000"/>
              <a:gd name="connsiteY109" fmla="*/ 438831 h 1126566"/>
              <a:gd name="connsiteX110" fmla="*/ 10369590 w 12192000"/>
              <a:gd name="connsiteY110" fmla="*/ 423377 h 1126566"/>
              <a:gd name="connsiteX111" fmla="*/ 10575777 w 12192000"/>
              <a:gd name="connsiteY111" fmla="*/ 355859 h 1126566"/>
              <a:gd name="connsiteX112" fmla="*/ 10638984 w 12192000"/>
              <a:gd name="connsiteY112" fmla="*/ 347416 h 1126566"/>
              <a:gd name="connsiteX113" fmla="*/ 10668356 w 12192000"/>
              <a:gd name="connsiteY113" fmla="*/ 340612 h 1126566"/>
              <a:gd name="connsiteX114" fmla="*/ 10732175 w 12192000"/>
              <a:gd name="connsiteY114" fmla="*/ 317549 h 1126566"/>
              <a:gd name="connsiteX115" fmla="*/ 10862886 w 12192000"/>
              <a:gd name="connsiteY115" fmla="*/ 313438 h 1126566"/>
              <a:gd name="connsiteX116" fmla="*/ 10963063 w 12192000"/>
              <a:gd name="connsiteY116" fmla="*/ 317771 h 1126566"/>
              <a:gd name="connsiteX117" fmla="*/ 11018562 w 12192000"/>
              <a:gd name="connsiteY117" fmla="*/ 316991 h 1126566"/>
              <a:gd name="connsiteX118" fmla="*/ 11059692 w 12192000"/>
              <a:gd name="connsiteY118" fmla="*/ 319983 h 1126566"/>
              <a:gd name="connsiteX119" fmla="*/ 11160371 w 12192000"/>
              <a:gd name="connsiteY119" fmla="*/ 308440 h 1126566"/>
              <a:gd name="connsiteX120" fmla="*/ 11178386 w 12192000"/>
              <a:gd name="connsiteY120" fmla="*/ 299490 h 1126566"/>
              <a:gd name="connsiteX121" fmla="*/ 11192494 w 12192000"/>
              <a:gd name="connsiteY121" fmla="*/ 296221 h 1126566"/>
              <a:gd name="connsiteX122" fmla="*/ 11199770 w 12192000"/>
              <a:gd name="connsiteY122" fmla="*/ 299772 h 1126566"/>
              <a:gd name="connsiteX123" fmla="*/ 11217258 w 12192000"/>
              <a:gd name="connsiteY123" fmla="*/ 293681 h 1126566"/>
              <a:gd name="connsiteX124" fmla="*/ 11245798 w 12192000"/>
              <a:gd name="connsiteY124" fmla="*/ 292170 h 1126566"/>
              <a:gd name="connsiteX125" fmla="*/ 11255992 w 12192000"/>
              <a:gd name="connsiteY125" fmla="*/ 291919 h 1126566"/>
              <a:gd name="connsiteX126" fmla="*/ 11264859 w 12192000"/>
              <a:gd name="connsiteY126" fmla="*/ 293937 h 1126566"/>
              <a:gd name="connsiteX127" fmla="*/ 11276151 w 12192000"/>
              <a:gd name="connsiteY127" fmla="*/ 293070 h 1126566"/>
              <a:gd name="connsiteX128" fmla="*/ 11279850 w 12192000"/>
              <a:gd name="connsiteY128" fmla="*/ 291330 h 1126566"/>
              <a:gd name="connsiteX129" fmla="*/ 11290818 w 12192000"/>
              <a:gd name="connsiteY129" fmla="*/ 291060 h 1126566"/>
              <a:gd name="connsiteX130" fmla="*/ 11296248 w 12192000"/>
              <a:gd name="connsiteY130" fmla="*/ 290163 h 1126566"/>
              <a:gd name="connsiteX131" fmla="*/ 11301652 w 12192000"/>
              <a:gd name="connsiteY131" fmla="*/ 290324 h 1126566"/>
              <a:gd name="connsiteX132" fmla="*/ 11339114 w 12192000"/>
              <a:gd name="connsiteY132" fmla="*/ 288153 h 1126566"/>
              <a:gd name="connsiteX133" fmla="*/ 11345146 w 12192000"/>
              <a:gd name="connsiteY133" fmla="*/ 290802 h 1126566"/>
              <a:gd name="connsiteX134" fmla="*/ 11400126 w 12192000"/>
              <a:gd name="connsiteY134" fmla="*/ 292287 h 1126566"/>
              <a:gd name="connsiteX135" fmla="*/ 11400420 w 12192000"/>
              <a:gd name="connsiteY135" fmla="*/ 293758 h 1126566"/>
              <a:gd name="connsiteX136" fmla="*/ 11413889 w 12192000"/>
              <a:gd name="connsiteY136" fmla="*/ 300516 h 1126566"/>
              <a:gd name="connsiteX137" fmla="*/ 11440688 w 12192000"/>
              <a:gd name="connsiteY137" fmla="*/ 310121 h 1126566"/>
              <a:gd name="connsiteX138" fmla="*/ 11496733 w 12192000"/>
              <a:gd name="connsiteY138" fmla="*/ 350225 h 1126566"/>
              <a:gd name="connsiteX139" fmla="*/ 11554005 w 12192000"/>
              <a:gd name="connsiteY139" fmla="*/ 351933 h 1126566"/>
              <a:gd name="connsiteX140" fmla="*/ 11565304 w 12192000"/>
              <a:gd name="connsiteY140" fmla="*/ 353069 h 1126566"/>
              <a:gd name="connsiteX141" fmla="*/ 11565435 w 12192000"/>
              <a:gd name="connsiteY141" fmla="*/ 353419 h 1126566"/>
              <a:gd name="connsiteX142" fmla="*/ 11577168 w 12192000"/>
              <a:gd name="connsiteY142" fmla="*/ 355270 h 1126566"/>
              <a:gd name="connsiteX143" fmla="*/ 11607823 w 12192000"/>
              <a:gd name="connsiteY143" fmla="*/ 357347 h 1126566"/>
              <a:gd name="connsiteX144" fmla="*/ 11664276 w 12192000"/>
              <a:gd name="connsiteY144" fmla="*/ 386951 h 1126566"/>
              <a:gd name="connsiteX145" fmla="*/ 11786197 w 12192000"/>
              <a:gd name="connsiteY145" fmla="*/ 477948 h 1126566"/>
              <a:gd name="connsiteX146" fmla="*/ 11866598 w 12192000"/>
              <a:gd name="connsiteY146" fmla="*/ 486803 h 1126566"/>
              <a:gd name="connsiteX147" fmla="*/ 11916744 w 12192000"/>
              <a:gd name="connsiteY147" fmla="*/ 502917 h 1126566"/>
              <a:gd name="connsiteX148" fmla="*/ 11949248 w 12192000"/>
              <a:gd name="connsiteY148" fmla="*/ 518881 h 1126566"/>
              <a:gd name="connsiteX149" fmla="*/ 11951002 w 12192000"/>
              <a:gd name="connsiteY149" fmla="*/ 518735 h 1126566"/>
              <a:gd name="connsiteX150" fmla="*/ 12026007 w 12192000"/>
              <a:gd name="connsiteY150" fmla="*/ 534384 h 1126566"/>
              <a:gd name="connsiteX151" fmla="*/ 12035188 w 12192000"/>
              <a:gd name="connsiteY151" fmla="*/ 529609 h 1126566"/>
              <a:gd name="connsiteX152" fmla="*/ 12115225 w 12192000"/>
              <a:gd name="connsiteY152" fmla="*/ 561895 h 1126566"/>
              <a:gd name="connsiteX153" fmla="*/ 12191636 w 12192000"/>
              <a:gd name="connsiteY153" fmla="*/ 558318 h 1126566"/>
              <a:gd name="connsiteX154" fmla="*/ 12192000 w 12192000"/>
              <a:gd name="connsiteY154" fmla="*/ 558295 h 1126566"/>
              <a:gd name="connsiteX155" fmla="*/ 12192000 w 12192000"/>
              <a:gd name="connsiteY155" fmla="*/ 1126566 h 1126566"/>
              <a:gd name="connsiteX156" fmla="*/ 0 w 12192000"/>
              <a:gd name="connsiteY156" fmla="*/ 1126566 h 1126566"/>
              <a:gd name="connsiteX157" fmla="*/ 0 w 12192000"/>
              <a:gd name="connsiteY157" fmla="*/ 401922 h 1126566"/>
              <a:gd name="connsiteX158" fmla="*/ 25242 w 12192000"/>
              <a:gd name="connsiteY158" fmla="*/ 388862 h 1126566"/>
              <a:gd name="connsiteX159" fmla="*/ 96922 w 12192000"/>
              <a:gd name="connsiteY159" fmla="*/ 357381 h 1126566"/>
              <a:gd name="connsiteX160" fmla="*/ 164580 w 12192000"/>
              <a:gd name="connsiteY160" fmla="*/ 322443 h 1126566"/>
              <a:gd name="connsiteX161" fmla="*/ 258712 w 12192000"/>
              <a:gd name="connsiteY161" fmla="*/ 286531 h 1126566"/>
              <a:gd name="connsiteX162" fmla="*/ 316354 w 12192000"/>
              <a:gd name="connsiteY162" fmla="*/ 238529 h 1126566"/>
              <a:gd name="connsiteX163" fmla="*/ 328834 w 12192000"/>
              <a:gd name="connsiteY163" fmla="*/ 240963 h 1126566"/>
              <a:gd name="connsiteX164" fmla="*/ 383414 w 12192000"/>
              <a:gd name="connsiteY164" fmla="*/ 221196 h 1126566"/>
              <a:gd name="connsiteX165" fmla="*/ 537708 w 12192000"/>
              <a:gd name="connsiteY165" fmla="*/ 119020 h 1126566"/>
              <a:gd name="connsiteX166" fmla="*/ 653257 w 12192000"/>
              <a:gd name="connsiteY166" fmla="*/ 91372 h 1126566"/>
              <a:gd name="connsiteX167" fmla="*/ 763197 w 12192000"/>
              <a:gd name="connsiteY167" fmla="*/ 59356 h 1126566"/>
              <a:gd name="connsiteX168" fmla="*/ 778208 w 12192000"/>
              <a:gd name="connsiteY168" fmla="*/ 63801 h 1126566"/>
              <a:gd name="connsiteX169" fmla="*/ 784725 w 12192000"/>
              <a:gd name="connsiteY169" fmla="*/ 62505 h 1126566"/>
              <a:gd name="connsiteX170" fmla="*/ 785400 w 12192000"/>
              <a:gd name="connsiteY170" fmla="*/ 62796 h 1126566"/>
              <a:gd name="connsiteX171" fmla="*/ 786774 w 12192000"/>
              <a:gd name="connsiteY171" fmla="*/ 62098 h 1126566"/>
              <a:gd name="connsiteX172" fmla="*/ 852003 w 12192000"/>
              <a:gd name="connsiteY172" fmla="*/ 61064 h 1126566"/>
              <a:gd name="connsiteX173" fmla="*/ 870719 w 12192000"/>
              <a:gd name="connsiteY173" fmla="*/ 47209 h 1126566"/>
              <a:gd name="connsiteX174" fmla="*/ 883786 w 12192000"/>
              <a:gd name="connsiteY174" fmla="*/ 45814 h 1126566"/>
              <a:gd name="connsiteX175" fmla="*/ 886400 w 12192000"/>
              <a:gd name="connsiteY175" fmla="*/ 43909 h 1126566"/>
              <a:gd name="connsiteX176" fmla="*/ 893881 w 12192000"/>
              <a:gd name="connsiteY176" fmla="*/ 40197 h 1126566"/>
              <a:gd name="connsiteX177" fmla="*/ 886282 w 12192000"/>
              <a:gd name="connsiteY177" fmla="*/ 36610 h 1126566"/>
              <a:gd name="connsiteX178" fmla="*/ 950274 w 12192000"/>
              <a:gd name="connsiteY178" fmla="*/ 20111 h 1126566"/>
              <a:gd name="connsiteX179" fmla="*/ 988432 w 12192000"/>
              <a:gd name="connsiteY179" fmla="*/ 24039 h 1126566"/>
              <a:gd name="connsiteX180" fmla="*/ 1048223 w 12192000"/>
              <a:gd name="connsiteY180" fmla="*/ 19791 h 1126566"/>
              <a:gd name="connsiteX181" fmla="*/ 1177886 w 12192000"/>
              <a:gd name="connsiteY181" fmla="*/ 30728 h 1126566"/>
              <a:gd name="connsiteX182" fmla="*/ 1305018 w 12192000"/>
              <a:gd name="connsiteY182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45883 w 12192000"/>
              <a:gd name="connsiteY69" fmla="*/ 30440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98374 w 12192000"/>
              <a:gd name="connsiteY72" fmla="*/ 345663 h 1126566"/>
              <a:gd name="connsiteX73" fmla="*/ 6788093 w 12192000"/>
              <a:gd name="connsiteY73" fmla="*/ 377012 h 1126566"/>
              <a:gd name="connsiteX74" fmla="*/ 6944546 w 12192000"/>
              <a:gd name="connsiteY74" fmla="*/ 38654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777878 w 12192000"/>
              <a:gd name="connsiteY86" fmla="*/ 639454 h 1126566"/>
              <a:gd name="connsiteX87" fmla="*/ 8858334 w 12192000"/>
              <a:gd name="connsiteY87" fmla="*/ 648415 h 1126566"/>
              <a:gd name="connsiteX88" fmla="*/ 8969814 w 12192000"/>
              <a:gd name="connsiteY88" fmla="*/ 639833 h 1126566"/>
              <a:gd name="connsiteX89" fmla="*/ 9092152 w 12192000"/>
              <a:gd name="connsiteY89" fmla="*/ 609097 h 1126566"/>
              <a:gd name="connsiteX90" fmla="*/ 9156546 w 12192000"/>
              <a:gd name="connsiteY90" fmla="*/ 585468 h 1126566"/>
              <a:gd name="connsiteX91" fmla="*/ 9194830 w 12192000"/>
              <a:gd name="connsiteY91" fmla="*/ 571148 h 1126566"/>
              <a:gd name="connsiteX92" fmla="*/ 9314188 w 12192000"/>
              <a:gd name="connsiteY92" fmla="*/ 547301 h 1126566"/>
              <a:gd name="connsiteX93" fmla="*/ 9505176 w 12192000"/>
              <a:gd name="connsiteY93" fmla="*/ 542666 h 1126566"/>
              <a:gd name="connsiteX94" fmla="*/ 9581851 w 12192000"/>
              <a:gd name="connsiteY94" fmla="*/ 530976 h 1126566"/>
              <a:gd name="connsiteX95" fmla="*/ 9662056 w 12192000"/>
              <a:gd name="connsiteY95" fmla="*/ 524035 h 1126566"/>
              <a:gd name="connsiteX96" fmla="*/ 9724197 w 12192000"/>
              <a:gd name="connsiteY96" fmla="*/ 528337 h 1126566"/>
              <a:gd name="connsiteX97" fmla="*/ 9837846 w 12192000"/>
              <a:gd name="connsiteY97" fmla="*/ 492977 h 1126566"/>
              <a:gd name="connsiteX98" fmla="*/ 9917440 w 12192000"/>
              <a:gd name="connsiteY98" fmla="*/ 459605 h 1126566"/>
              <a:gd name="connsiteX99" fmla="*/ 9918439 w 12192000"/>
              <a:gd name="connsiteY99" fmla="*/ 453114 h 1126566"/>
              <a:gd name="connsiteX100" fmla="*/ 9953039 w 12192000"/>
              <a:gd name="connsiteY100" fmla="*/ 452486 h 1126566"/>
              <a:gd name="connsiteX101" fmla="*/ 9988183 w 12192000"/>
              <a:gd name="connsiteY101" fmla="*/ 448079 h 1126566"/>
              <a:gd name="connsiteX102" fmla="*/ 9991965 w 12192000"/>
              <a:gd name="connsiteY102" fmla="*/ 435969 h 1126566"/>
              <a:gd name="connsiteX103" fmla="*/ 9986932 w 12192000"/>
              <a:gd name="connsiteY103" fmla="*/ 431168 h 1126566"/>
              <a:gd name="connsiteX104" fmla="*/ 9996190 w 12192000"/>
              <a:gd name="connsiteY104" fmla="*/ 429066 h 1126566"/>
              <a:gd name="connsiteX105" fmla="*/ 9999786 w 12192000"/>
              <a:gd name="connsiteY105" fmla="*/ 427758 h 1126566"/>
              <a:gd name="connsiteX106" fmla="*/ 10012936 w 12192000"/>
              <a:gd name="connsiteY106" fmla="*/ 428884 h 1126566"/>
              <a:gd name="connsiteX107" fmla="*/ 10102484 w 12192000"/>
              <a:gd name="connsiteY107" fmla="*/ 441324 h 1126566"/>
              <a:gd name="connsiteX108" fmla="*/ 10199200 w 12192000"/>
              <a:gd name="connsiteY108" fmla="*/ 438197 h 1126566"/>
              <a:gd name="connsiteX109" fmla="*/ 10245648 w 12192000"/>
              <a:gd name="connsiteY109" fmla="*/ 438831 h 1126566"/>
              <a:gd name="connsiteX110" fmla="*/ 10369590 w 12192000"/>
              <a:gd name="connsiteY110" fmla="*/ 423377 h 1126566"/>
              <a:gd name="connsiteX111" fmla="*/ 10575777 w 12192000"/>
              <a:gd name="connsiteY111" fmla="*/ 355859 h 1126566"/>
              <a:gd name="connsiteX112" fmla="*/ 10638984 w 12192000"/>
              <a:gd name="connsiteY112" fmla="*/ 347416 h 1126566"/>
              <a:gd name="connsiteX113" fmla="*/ 10668356 w 12192000"/>
              <a:gd name="connsiteY113" fmla="*/ 340612 h 1126566"/>
              <a:gd name="connsiteX114" fmla="*/ 10732175 w 12192000"/>
              <a:gd name="connsiteY114" fmla="*/ 317549 h 1126566"/>
              <a:gd name="connsiteX115" fmla="*/ 10862886 w 12192000"/>
              <a:gd name="connsiteY115" fmla="*/ 313438 h 1126566"/>
              <a:gd name="connsiteX116" fmla="*/ 10963063 w 12192000"/>
              <a:gd name="connsiteY116" fmla="*/ 317771 h 1126566"/>
              <a:gd name="connsiteX117" fmla="*/ 11018562 w 12192000"/>
              <a:gd name="connsiteY117" fmla="*/ 316991 h 1126566"/>
              <a:gd name="connsiteX118" fmla="*/ 11059692 w 12192000"/>
              <a:gd name="connsiteY118" fmla="*/ 319983 h 1126566"/>
              <a:gd name="connsiteX119" fmla="*/ 11160371 w 12192000"/>
              <a:gd name="connsiteY119" fmla="*/ 308440 h 1126566"/>
              <a:gd name="connsiteX120" fmla="*/ 11178386 w 12192000"/>
              <a:gd name="connsiteY120" fmla="*/ 299490 h 1126566"/>
              <a:gd name="connsiteX121" fmla="*/ 11192494 w 12192000"/>
              <a:gd name="connsiteY121" fmla="*/ 296221 h 1126566"/>
              <a:gd name="connsiteX122" fmla="*/ 11199770 w 12192000"/>
              <a:gd name="connsiteY122" fmla="*/ 299772 h 1126566"/>
              <a:gd name="connsiteX123" fmla="*/ 11217258 w 12192000"/>
              <a:gd name="connsiteY123" fmla="*/ 293681 h 1126566"/>
              <a:gd name="connsiteX124" fmla="*/ 11245798 w 12192000"/>
              <a:gd name="connsiteY124" fmla="*/ 292170 h 1126566"/>
              <a:gd name="connsiteX125" fmla="*/ 11255992 w 12192000"/>
              <a:gd name="connsiteY125" fmla="*/ 291919 h 1126566"/>
              <a:gd name="connsiteX126" fmla="*/ 11264859 w 12192000"/>
              <a:gd name="connsiteY126" fmla="*/ 293937 h 1126566"/>
              <a:gd name="connsiteX127" fmla="*/ 11276151 w 12192000"/>
              <a:gd name="connsiteY127" fmla="*/ 293070 h 1126566"/>
              <a:gd name="connsiteX128" fmla="*/ 11279850 w 12192000"/>
              <a:gd name="connsiteY128" fmla="*/ 291330 h 1126566"/>
              <a:gd name="connsiteX129" fmla="*/ 11290818 w 12192000"/>
              <a:gd name="connsiteY129" fmla="*/ 291060 h 1126566"/>
              <a:gd name="connsiteX130" fmla="*/ 11296248 w 12192000"/>
              <a:gd name="connsiteY130" fmla="*/ 290163 h 1126566"/>
              <a:gd name="connsiteX131" fmla="*/ 11301652 w 12192000"/>
              <a:gd name="connsiteY131" fmla="*/ 290324 h 1126566"/>
              <a:gd name="connsiteX132" fmla="*/ 11339114 w 12192000"/>
              <a:gd name="connsiteY132" fmla="*/ 288153 h 1126566"/>
              <a:gd name="connsiteX133" fmla="*/ 11345146 w 12192000"/>
              <a:gd name="connsiteY133" fmla="*/ 290802 h 1126566"/>
              <a:gd name="connsiteX134" fmla="*/ 11400126 w 12192000"/>
              <a:gd name="connsiteY134" fmla="*/ 292287 h 1126566"/>
              <a:gd name="connsiteX135" fmla="*/ 11400420 w 12192000"/>
              <a:gd name="connsiteY135" fmla="*/ 293758 h 1126566"/>
              <a:gd name="connsiteX136" fmla="*/ 11413889 w 12192000"/>
              <a:gd name="connsiteY136" fmla="*/ 300516 h 1126566"/>
              <a:gd name="connsiteX137" fmla="*/ 11440688 w 12192000"/>
              <a:gd name="connsiteY137" fmla="*/ 310121 h 1126566"/>
              <a:gd name="connsiteX138" fmla="*/ 11496733 w 12192000"/>
              <a:gd name="connsiteY138" fmla="*/ 350225 h 1126566"/>
              <a:gd name="connsiteX139" fmla="*/ 11554005 w 12192000"/>
              <a:gd name="connsiteY139" fmla="*/ 351933 h 1126566"/>
              <a:gd name="connsiteX140" fmla="*/ 11565304 w 12192000"/>
              <a:gd name="connsiteY140" fmla="*/ 353069 h 1126566"/>
              <a:gd name="connsiteX141" fmla="*/ 11565435 w 12192000"/>
              <a:gd name="connsiteY141" fmla="*/ 353419 h 1126566"/>
              <a:gd name="connsiteX142" fmla="*/ 11577168 w 12192000"/>
              <a:gd name="connsiteY142" fmla="*/ 355270 h 1126566"/>
              <a:gd name="connsiteX143" fmla="*/ 11607823 w 12192000"/>
              <a:gd name="connsiteY143" fmla="*/ 357347 h 1126566"/>
              <a:gd name="connsiteX144" fmla="*/ 11664276 w 12192000"/>
              <a:gd name="connsiteY144" fmla="*/ 386951 h 1126566"/>
              <a:gd name="connsiteX145" fmla="*/ 11786197 w 12192000"/>
              <a:gd name="connsiteY145" fmla="*/ 477948 h 1126566"/>
              <a:gd name="connsiteX146" fmla="*/ 11866598 w 12192000"/>
              <a:gd name="connsiteY146" fmla="*/ 486803 h 1126566"/>
              <a:gd name="connsiteX147" fmla="*/ 11916744 w 12192000"/>
              <a:gd name="connsiteY147" fmla="*/ 502917 h 1126566"/>
              <a:gd name="connsiteX148" fmla="*/ 11949248 w 12192000"/>
              <a:gd name="connsiteY148" fmla="*/ 518881 h 1126566"/>
              <a:gd name="connsiteX149" fmla="*/ 11951002 w 12192000"/>
              <a:gd name="connsiteY149" fmla="*/ 518735 h 1126566"/>
              <a:gd name="connsiteX150" fmla="*/ 12026007 w 12192000"/>
              <a:gd name="connsiteY150" fmla="*/ 534384 h 1126566"/>
              <a:gd name="connsiteX151" fmla="*/ 12035188 w 12192000"/>
              <a:gd name="connsiteY151" fmla="*/ 529609 h 1126566"/>
              <a:gd name="connsiteX152" fmla="*/ 12115225 w 12192000"/>
              <a:gd name="connsiteY152" fmla="*/ 561895 h 1126566"/>
              <a:gd name="connsiteX153" fmla="*/ 12191636 w 12192000"/>
              <a:gd name="connsiteY153" fmla="*/ 558318 h 1126566"/>
              <a:gd name="connsiteX154" fmla="*/ 12192000 w 12192000"/>
              <a:gd name="connsiteY154" fmla="*/ 558295 h 1126566"/>
              <a:gd name="connsiteX155" fmla="*/ 12192000 w 12192000"/>
              <a:gd name="connsiteY155" fmla="*/ 1126566 h 1126566"/>
              <a:gd name="connsiteX156" fmla="*/ 0 w 12192000"/>
              <a:gd name="connsiteY156" fmla="*/ 1126566 h 1126566"/>
              <a:gd name="connsiteX157" fmla="*/ 0 w 12192000"/>
              <a:gd name="connsiteY157" fmla="*/ 401922 h 1126566"/>
              <a:gd name="connsiteX158" fmla="*/ 25242 w 12192000"/>
              <a:gd name="connsiteY158" fmla="*/ 388862 h 1126566"/>
              <a:gd name="connsiteX159" fmla="*/ 96922 w 12192000"/>
              <a:gd name="connsiteY159" fmla="*/ 357381 h 1126566"/>
              <a:gd name="connsiteX160" fmla="*/ 164580 w 12192000"/>
              <a:gd name="connsiteY160" fmla="*/ 322443 h 1126566"/>
              <a:gd name="connsiteX161" fmla="*/ 258712 w 12192000"/>
              <a:gd name="connsiteY161" fmla="*/ 286531 h 1126566"/>
              <a:gd name="connsiteX162" fmla="*/ 316354 w 12192000"/>
              <a:gd name="connsiteY162" fmla="*/ 238529 h 1126566"/>
              <a:gd name="connsiteX163" fmla="*/ 328834 w 12192000"/>
              <a:gd name="connsiteY163" fmla="*/ 240963 h 1126566"/>
              <a:gd name="connsiteX164" fmla="*/ 383414 w 12192000"/>
              <a:gd name="connsiteY164" fmla="*/ 221196 h 1126566"/>
              <a:gd name="connsiteX165" fmla="*/ 537708 w 12192000"/>
              <a:gd name="connsiteY165" fmla="*/ 119020 h 1126566"/>
              <a:gd name="connsiteX166" fmla="*/ 653257 w 12192000"/>
              <a:gd name="connsiteY166" fmla="*/ 91372 h 1126566"/>
              <a:gd name="connsiteX167" fmla="*/ 763197 w 12192000"/>
              <a:gd name="connsiteY167" fmla="*/ 59356 h 1126566"/>
              <a:gd name="connsiteX168" fmla="*/ 778208 w 12192000"/>
              <a:gd name="connsiteY168" fmla="*/ 63801 h 1126566"/>
              <a:gd name="connsiteX169" fmla="*/ 784725 w 12192000"/>
              <a:gd name="connsiteY169" fmla="*/ 62505 h 1126566"/>
              <a:gd name="connsiteX170" fmla="*/ 785400 w 12192000"/>
              <a:gd name="connsiteY170" fmla="*/ 62796 h 1126566"/>
              <a:gd name="connsiteX171" fmla="*/ 786774 w 12192000"/>
              <a:gd name="connsiteY171" fmla="*/ 62098 h 1126566"/>
              <a:gd name="connsiteX172" fmla="*/ 852003 w 12192000"/>
              <a:gd name="connsiteY172" fmla="*/ 61064 h 1126566"/>
              <a:gd name="connsiteX173" fmla="*/ 870719 w 12192000"/>
              <a:gd name="connsiteY173" fmla="*/ 47209 h 1126566"/>
              <a:gd name="connsiteX174" fmla="*/ 883786 w 12192000"/>
              <a:gd name="connsiteY174" fmla="*/ 45814 h 1126566"/>
              <a:gd name="connsiteX175" fmla="*/ 886400 w 12192000"/>
              <a:gd name="connsiteY175" fmla="*/ 43909 h 1126566"/>
              <a:gd name="connsiteX176" fmla="*/ 893881 w 12192000"/>
              <a:gd name="connsiteY176" fmla="*/ 40197 h 1126566"/>
              <a:gd name="connsiteX177" fmla="*/ 886282 w 12192000"/>
              <a:gd name="connsiteY177" fmla="*/ 36610 h 1126566"/>
              <a:gd name="connsiteX178" fmla="*/ 950274 w 12192000"/>
              <a:gd name="connsiteY178" fmla="*/ 20111 h 1126566"/>
              <a:gd name="connsiteX179" fmla="*/ 988432 w 12192000"/>
              <a:gd name="connsiteY179" fmla="*/ 24039 h 1126566"/>
              <a:gd name="connsiteX180" fmla="*/ 1048223 w 12192000"/>
              <a:gd name="connsiteY180" fmla="*/ 19791 h 1126566"/>
              <a:gd name="connsiteX181" fmla="*/ 1177886 w 12192000"/>
              <a:gd name="connsiteY181" fmla="*/ 30728 h 1126566"/>
              <a:gd name="connsiteX182" fmla="*/ 1305018 w 12192000"/>
              <a:gd name="connsiteY182" fmla="*/ 0 h 1126566"/>
              <a:gd name="connsiteX0" fmla="*/ 1305018 w 12192000"/>
              <a:gd name="connsiteY0" fmla="*/ 0 h 1126566"/>
              <a:gd name="connsiteX1" fmla="*/ 1338012 w 12192000"/>
              <a:gd name="connsiteY1" fmla="*/ 2184 h 1126566"/>
              <a:gd name="connsiteX2" fmla="*/ 1368320 w 12192000"/>
              <a:gd name="connsiteY2" fmla="*/ 11572 h 1126566"/>
              <a:gd name="connsiteX3" fmla="*/ 1367764 w 12192000"/>
              <a:gd name="connsiteY3" fmla="*/ 14115 h 1126566"/>
              <a:gd name="connsiteX4" fmla="*/ 1372564 w 12192000"/>
              <a:gd name="connsiteY4" fmla="*/ 15636 h 1126566"/>
              <a:gd name="connsiteX5" fmla="*/ 1377226 w 12192000"/>
              <a:gd name="connsiteY5" fmla="*/ 14330 h 1126566"/>
              <a:gd name="connsiteX6" fmla="*/ 1382967 w 12192000"/>
              <a:gd name="connsiteY6" fmla="*/ 16108 h 1126566"/>
              <a:gd name="connsiteX7" fmla="*/ 1398753 w 12192000"/>
              <a:gd name="connsiteY7" fmla="*/ 20281 h 1126566"/>
              <a:gd name="connsiteX8" fmla="*/ 1403473 w 12192000"/>
              <a:gd name="connsiteY8" fmla="*/ 25878 h 1126566"/>
              <a:gd name="connsiteX9" fmla="*/ 1465522 w 12192000"/>
              <a:gd name="connsiteY9" fmla="*/ 40951 h 1126566"/>
              <a:gd name="connsiteX10" fmla="*/ 1485274 w 12192000"/>
              <a:gd name="connsiteY10" fmla="*/ 38769 h 1126566"/>
              <a:gd name="connsiteX11" fmla="*/ 1506702 w 12192000"/>
              <a:gd name="connsiteY11" fmla="*/ 48855 h 1126566"/>
              <a:gd name="connsiteX12" fmla="*/ 1570577 w 12192000"/>
              <a:gd name="connsiteY12" fmla="*/ 56390 h 1126566"/>
              <a:gd name="connsiteX13" fmla="*/ 1640836 w 12192000"/>
              <a:gd name="connsiteY13" fmla="*/ 71287 h 1126566"/>
              <a:gd name="connsiteX14" fmla="*/ 1689992 w 12192000"/>
              <a:gd name="connsiteY14" fmla="*/ 86003 h 1126566"/>
              <a:gd name="connsiteX15" fmla="*/ 1825707 w 12192000"/>
              <a:gd name="connsiteY15" fmla="*/ 102605 h 1126566"/>
              <a:gd name="connsiteX16" fmla="*/ 2055100 w 12192000"/>
              <a:gd name="connsiteY16" fmla="*/ 121407 h 1126566"/>
              <a:gd name="connsiteX17" fmla="*/ 2102805 w 12192000"/>
              <a:gd name="connsiteY17" fmla="*/ 127338 h 1126566"/>
              <a:gd name="connsiteX18" fmla="*/ 2139327 w 12192000"/>
              <a:gd name="connsiteY18" fmla="*/ 140098 h 1126566"/>
              <a:gd name="connsiteX19" fmla="*/ 2143886 w 12192000"/>
              <a:gd name="connsiteY19" fmla="*/ 149737 h 1126566"/>
              <a:gd name="connsiteX20" fmla="*/ 2169405 w 12192000"/>
              <a:gd name="connsiteY20" fmla="*/ 154229 h 1126566"/>
              <a:gd name="connsiteX21" fmla="*/ 2175252 w 12192000"/>
              <a:gd name="connsiteY21" fmla="*/ 157025 h 1126566"/>
              <a:gd name="connsiteX22" fmla="*/ 2209736 w 12192000"/>
              <a:gd name="connsiteY22" fmla="*/ 171455 h 1126566"/>
              <a:gd name="connsiteX23" fmla="*/ 2306658 w 12192000"/>
              <a:gd name="connsiteY23" fmla="*/ 162489 h 1126566"/>
              <a:gd name="connsiteX24" fmla="*/ 2376691 w 12192000"/>
              <a:gd name="connsiteY24" fmla="*/ 163846 h 1126566"/>
              <a:gd name="connsiteX25" fmla="*/ 2381520 w 12192000"/>
              <a:gd name="connsiteY25" fmla="*/ 166644 h 1126566"/>
              <a:gd name="connsiteX26" fmla="*/ 2500607 w 12192000"/>
              <a:gd name="connsiteY26" fmla="*/ 180917 h 1126566"/>
              <a:gd name="connsiteX27" fmla="*/ 2542869 w 12192000"/>
              <a:gd name="connsiteY27" fmla="*/ 188717 h 1126566"/>
              <a:gd name="connsiteX28" fmla="*/ 2829718 w 12192000"/>
              <a:gd name="connsiteY28" fmla="*/ 242215 h 1126566"/>
              <a:gd name="connsiteX29" fmla="*/ 3028662 w 12192000"/>
              <a:gd name="connsiteY29" fmla="*/ 219550 h 1126566"/>
              <a:gd name="connsiteX30" fmla="*/ 3107019 w 12192000"/>
              <a:gd name="connsiteY30" fmla="*/ 220240 h 1126566"/>
              <a:gd name="connsiteX31" fmla="*/ 3116698 w 12192000"/>
              <a:gd name="connsiteY31" fmla="*/ 226983 h 1126566"/>
              <a:gd name="connsiteX32" fmla="*/ 3231577 w 12192000"/>
              <a:gd name="connsiteY32" fmla="*/ 202023 h 1126566"/>
              <a:gd name="connsiteX33" fmla="*/ 3386687 w 12192000"/>
              <a:gd name="connsiteY33" fmla="*/ 218190 h 1126566"/>
              <a:gd name="connsiteX34" fmla="*/ 3501680 w 12192000"/>
              <a:gd name="connsiteY34" fmla="*/ 238841 h 1126566"/>
              <a:gd name="connsiteX35" fmla="*/ 3567038 w 12192000"/>
              <a:gd name="connsiteY35" fmla="*/ 246771 h 1126566"/>
              <a:gd name="connsiteX36" fmla="*/ 3613626 w 12192000"/>
              <a:gd name="connsiteY36" fmla="*/ 256591 h 1126566"/>
              <a:gd name="connsiteX37" fmla="*/ 3737444 w 12192000"/>
              <a:gd name="connsiteY37" fmla="*/ 259793 h 1126566"/>
              <a:gd name="connsiteX38" fmla="*/ 3944870 w 12192000"/>
              <a:gd name="connsiteY38" fmla="*/ 255991 h 1126566"/>
              <a:gd name="connsiteX39" fmla="*/ 4092172 w 12192000"/>
              <a:gd name="connsiteY39" fmla="*/ 290617 h 1126566"/>
              <a:gd name="connsiteX40" fmla="*/ 4176434 w 12192000"/>
              <a:gd name="connsiteY40" fmla="*/ 272187 h 1126566"/>
              <a:gd name="connsiteX41" fmla="*/ 4269617 w 12192000"/>
              <a:gd name="connsiteY41" fmla="*/ 283947 h 1126566"/>
              <a:gd name="connsiteX42" fmla="*/ 4638729 w 12192000"/>
              <a:gd name="connsiteY42" fmla="*/ 274806 h 1126566"/>
              <a:gd name="connsiteX43" fmla="*/ 4910175 w 12192000"/>
              <a:gd name="connsiteY43" fmla="*/ 258887 h 1126566"/>
              <a:gd name="connsiteX44" fmla="*/ 4910653 w 12192000"/>
              <a:gd name="connsiteY44" fmla="*/ 256337 h 1126566"/>
              <a:gd name="connsiteX45" fmla="*/ 4915901 w 12192000"/>
              <a:gd name="connsiteY45" fmla="*/ 255646 h 1126566"/>
              <a:gd name="connsiteX46" fmla="*/ 4919888 w 12192000"/>
              <a:gd name="connsiteY46" fmla="*/ 257665 h 1126566"/>
              <a:gd name="connsiteX47" fmla="*/ 4926150 w 12192000"/>
              <a:gd name="connsiteY47" fmla="*/ 256877 h 1126566"/>
              <a:gd name="connsiteX48" fmla="*/ 4943081 w 12192000"/>
              <a:gd name="connsiteY48" fmla="*/ 255402 h 1126566"/>
              <a:gd name="connsiteX49" fmla="*/ 4949875 w 12192000"/>
              <a:gd name="connsiteY49" fmla="*/ 250755 h 1126566"/>
              <a:gd name="connsiteX50" fmla="*/ 5034125 w 12192000"/>
              <a:gd name="connsiteY50" fmla="*/ 251561 h 1126566"/>
              <a:gd name="connsiteX51" fmla="*/ 5058873 w 12192000"/>
              <a:gd name="connsiteY51" fmla="*/ 245283 h 1126566"/>
              <a:gd name="connsiteX52" fmla="*/ 5123651 w 12192000"/>
              <a:gd name="connsiteY52" fmla="*/ 248360 h 1126566"/>
              <a:gd name="connsiteX53" fmla="*/ 5197539 w 12192000"/>
              <a:gd name="connsiteY53" fmla="*/ 245352 h 1126566"/>
              <a:gd name="connsiteX54" fmla="*/ 5250946 w 12192000"/>
              <a:gd name="connsiteY54" fmla="*/ 239095 h 1126566"/>
              <a:gd name="connsiteX55" fmla="*/ 5388817 w 12192000"/>
              <a:gd name="connsiteY55" fmla="*/ 245059 h 1126566"/>
              <a:gd name="connsiteX56" fmla="*/ 5618162 w 12192000"/>
              <a:gd name="connsiteY56" fmla="*/ 264094 h 1126566"/>
              <a:gd name="connsiteX57" fmla="*/ 5666664 w 12192000"/>
              <a:gd name="connsiteY57" fmla="*/ 266098 h 1126566"/>
              <a:gd name="connsiteX58" fmla="*/ 5715324 w 12192000"/>
              <a:gd name="connsiteY58" fmla="*/ 251101 h 1126566"/>
              <a:gd name="connsiteX59" fmla="*/ 5741796 w 12192000"/>
              <a:gd name="connsiteY59" fmla="*/ 250897 h 1126566"/>
              <a:gd name="connsiteX60" fmla="*/ 5748565 w 12192000"/>
              <a:gd name="connsiteY60" fmla="*/ 249142 h 1126566"/>
              <a:gd name="connsiteX61" fmla="*/ 5802907 w 12192000"/>
              <a:gd name="connsiteY61" fmla="*/ 256022 h 1126566"/>
              <a:gd name="connsiteX62" fmla="*/ 5877829 w 12192000"/>
              <a:gd name="connsiteY62" fmla="*/ 265178 h 1126566"/>
              <a:gd name="connsiteX63" fmla="*/ 5946099 w 12192000"/>
              <a:gd name="connsiteY63" fmla="*/ 275229 h 1126566"/>
              <a:gd name="connsiteX64" fmla="*/ 5951885 w 12192000"/>
              <a:gd name="connsiteY64" fmla="*/ 273306 h 1126566"/>
              <a:gd name="connsiteX65" fmla="*/ 5957187 w 12192000"/>
              <a:gd name="connsiteY65" fmla="*/ 267506 h 1126566"/>
              <a:gd name="connsiteX66" fmla="*/ 6000476 w 12192000"/>
              <a:gd name="connsiteY66" fmla="*/ 273899 h 1126566"/>
              <a:gd name="connsiteX67" fmla="*/ 6055647 w 12192000"/>
              <a:gd name="connsiteY67" fmla="*/ 268058 h 1126566"/>
              <a:gd name="connsiteX68" fmla="*/ 6390944 w 12192000"/>
              <a:gd name="connsiteY68" fmla="*/ 296657 h 1126566"/>
              <a:gd name="connsiteX69" fmla="*/ 6445883 w 12192000"/>
              <a:gd name="connsiteY69" fmla="*/ 304401 h 1126566"/>
              <a:gd name="connsiteX70" fmla="*/ 6598839 w 12192000"/>
              <a:gd name="connsiteY70" fmla="*/ 327138 h 1126566"/>
              <a:gd name="connsiteX71" fmla="*/ 6674894 w 12192000"/>
              <a:gd name="connsiteY71" fmla="*/ 339184 h 1126566"/>
              <a:gd name="connsiteX72" fmla="*/ 6698374 w 12192000"/>
              <a:gd name="connsiteY72" fmla="*/ 345663 h 1126566"/>
              <a:gd name="connsiteX73" fmla="*/ 6788093 w 12192000"/>
              <a:gd name="connsiteY73" fmla="*/ 377012 h 1126566"/>
              <a:gd name="connsiteX74" fmla="*/ 7001696 w 12192000"/>
              <a:gd name="connsiteY74" fmla="*/ 394163 h 1126566"/>
              <a:gd name="connsiteX75" fmla="*/ 7052564 w 12192000"/>
              <a:gd name="connsiteY75" fmla="*/ 396658 h 1126566"/>
              <a:gd name="connsiteX76" fmla="*/ 7130364 w 12192000"/>
              <a:gd name="connsiteY76" fmla="*/ 388164 h 1126566"/>
              <a:gd name="connsiteX77" fmla="*/ 7179335 w 12192000"/>
              <a:gd name="connsiteY77" fmla="*/ 386225 h 1126566"/>
              <a:gd name="connsiteX78" fmla="*/ 7300357 w 12192000"/>
              <a:gd name="connsiteY78" fmla="*/ 403218 h 1126566"/>
              <a:gd name="connsiteX79" fmla="*/ 7499445 w 12192000"/>
              <a:gd name="connsiteY79" fmla="*/ 440549 h 1126566"/>
              <a:gd name="connsiteX80" fmla="*/ 7655710 w 12192000"/>
              <a:gd name="connsiteY80" fmla="*/ 430962 h 1126566"/>
              <a:gd name="connsiteX81" fmla="*/ 7729851 w 12192000"/>
              <a:gd name="connsiteY81" fmla="*/ 462457 h 1126566"/>
              <a:gd name="connsiteX82" fmla="*/ 7824660 w 12192000"/>
              <a:gd name="connsiteY82" fmla="*/ 466203 h 1126566"/>
              <a:gd name="connsiteX83" fmla="*/ 8277851 w 12192000"/>
              <a:gd name="connsiteY83" fmla="*/ 502630 h 1126566"/>
              <a:gd name="connsiteX84" fmla="*/ 8382461 w 12192000"/>
              <a:gd name="connsiteY84" fmla="*/ 526824 h 1126566"/>
              <a:gd name="connsiteX85" fmla="*/ 8594502 w 12192000"/>
              <a:gd name="connsiteY85" fmla="*/ 613607 h 1126566"/>
              <a:gd name="connsiteX86" fmla="*/ 8777878 w 12192000"/>
              <a:gd name="connsiteY86" fmla="*/ 639454 h 1126566"/>
              <a:gd name="connsiteX87" fmla="*/ 8858334 w 12192000"/>
              <a:gd name="connsiteY87" fmla="*/ 648415 h 1126566"/>
              <a:gd name="connsiteX88" fmla="*/ 8969814 w 12192000"/>
              <a:gd name="connsiteY88" fmla="*/ 639833 h 1126566"/>
              <a:gd name="connsiteX89" fmla="*/ 9092152 w 12192000"/>
              <a:gd name="connsiteY89" fmla="*/ 609097 h 1126566"/>
              <a:gd name="connsiteX90" fmla="*/ 9156546 w 12192000"/>
              <a:gd name="connsiteY90" fmla="*/ 585468 h 1126566"/>
              <a:gd name="connsiteX91" fmla="*/ 9194830 w 12192000"/>
              <a:gd name="connsiteY91" fmla="*/ 571148 h 1126566"/>
              <a:gd name="connsiteX92" fmla="*/ 9314188 w 12192000"/>
              <a:gd name="connsiteY92" fmla="*/ 547301 h 1126566"/>
              <a:gd name="connsiteX93" fmla="*/ 9505176 w 12192000"/>
              <a:gd name="connsiteY93" fmla="*/ 542666 h 1126566"/>
              <a:gd name="connsiteX94" fmla="*/ 9581851 w 12192000"/>
              <a:gd name="connsiteY94" fmla="*/ 530976 h 1126566"/>
              <a:gd name="connsiteX95" fmla="*/ 9662056 w 12192000"/>
              <a:gd name="connsiteY95" fmla="*/ 524035 h 1126566"/>
              <a:gd name="connsiteX96" fmla="*/ 9724197 w 12192000"/>
              <a:gd name="connsiteY96" fmla="*/ 528337 h 1126566"/>
              <a:gd name="connsiteX97" fmla="*/ 9837846 w 12192000"/>
              <a:gd name="connsiteY97" fmla="*/ 492977 h 1126566"/>
              <a:gd name="connsiteX98" fmla="*/ 9917440 w 12192000"/>
              <a:gd name="connsiteY98" fmla="*/ 459605 h 1126566"/>
              <a:gd name="connsiteX99" fmla="*/ 9918439 w 12192000"/>
              <a:gd name="connsiteY99" fmla="*/ 453114 h 1126566"/>
              <a:gd name="connsiteX100" fmla="*/ 9953039 w 12192000"/>
              <a:gd name="connsiteY100" fmla="*/ 452486 h 1126566"/>
              <a:gd name="connsiteX101" fmla="*/ 9988183 w 12192000"/>
              <a:gd name="connsiteY101" fmla="*/ 448079 h 1126566"/>
              <a:gd name="connsiteX102" fmla="*/ 9991965 w 12192000"/>
              <a:gd name="connsiteY102" fmla="*/ 435969 h 1126566"/>
              <a:gd name="connsiteX103" fmla="*/ 9986932 w 12192000"/>
              <a:gd name="connsiteY103" fmla="*/ 431168 h 1126566"/>
              <a:gd name="connsiteX104" fmla="*/ 9996190 w 12192000"/>
              <a:gd name="connsiteY104" fmla="*/ 429066 h 1126566"/>
              <a:gd name="connsiteX105" fmla="*/ 9999786 w 12192000"/>
              <a:gd name="connsiteY105" fmla="*/ 427758 h 1126566"/>
              <a:gd name="connsiteX106" fmla="*/ 10012936 w 12192000"/>
              <a:gd name="connsiteY106" fmla="*/ 428884 h 1126566"/>
              <a:gd name="connsiteX107" fmla="*/ 10102484 w 12192000"/>
              <a:gd name="connsiteY107" fmla="*/ 441324 h 1126566"/>
              <a:gd name="connsiteX108" fmla="*/ 10199200 w 12192000"/>
              <a:gd name="connsiteY108" fmla="*/ 438197 h 1126566"/>
              <a:gd name="connsiteX109" fmla="*/ 10245648 w 12192000"/>
              <a:gd name="connsiteY109" fmla="*/ 438831 h 1126566"/>
              <a:gd name="connsiteX110" fmla="*/ 10369590 w 12192000"/>
              <a:gd name="connsiteY110" fmla="*/ 423377 h 1126566"/>
              <a:gd name="connsiteX111" fmla="*/ 10575777 w 12192000"/>
              <a:gd name="connsiteY111" fmla="*/ 355859 h 1126566"/>
              <a:gd name="connsiteX112" fmla="*/ 10638984 w 12192000"/>
              <a:gd name="connsiteY112" fmla="*/ 347416 h 1126566"/>
              <a:gd name="connsiteX113" fmla="*/ 10668356 w 12192000"/>
              <a:gd name="connsiteY113" fmla="*/ 340612 h 1126566"/>
              <a:gd name="connsiteX114" fmla="*/ 10732175 w 12192000"/>
              <a:gd name="connsiteY114" fmla="*/ 317549 h 1126566"/>
              <a:gd name="connsiteX115" fmla="*/ 10862886 w 12192000"/>
              <a:gd name="connsiteY115" fmla="*/ 313438 h 1126566"/>
              <a:gd name="connsiteX116" fmla="*/ 10963063 w 12192000"/>
              <a:gd name="connsiteY116" fmla="*/ 317771 h 1126566"/>
              <a:gd name="connsiteX117" fmla="*/ 11018562 w 12192000"/>
              <a:gd name="connsiteY117" fmla="*/ 316991 h 1126566"/>
              <a:gd name="connsiteX118" fmla="*/ 11059692 w 12192000"/>
              <a:gd name="connsiteY118" fmla="*/ 319983 h 1126566"/>
              <a:gd name="connsiteX119" fmla="*/ 11160371 w 12192000"/>
              <a:gd name="connsiteY119" fmla="*/ 308440 h 1126566"/>
              <a:gd name="connsiteX120" fmla="*/ 11178386 w 12192000"/>
              <a:gd name="connsiteY120" fmla="*/ 299490 h 1126566"/>
              <a:gd name="connsiteX121" fmla="*/ 11192494 w 12192000"/>
              <a:gd name="connsiteY121" fmla="*/ 296221 h 1126566"/>
              <a:gd name="connsiteX122" fmla="*/ 11199770 w 12192000"/>
              <a:gd name="connsiteY122" fmla="*/ 299772 h 1126566"/>
              <a:gd name="connsiteX123" fmla="*/ 11217258 w 12192000"/>
              <a:gd name="connsiteY123" fmla="*/ 293681 h 1126566"/>
              <a:gd name="connsiteX124" fmla="*/ 11245798 w 12192000"/>
              <a:gd name="connsiteY124" fmla="*/ 292170 h 1126566"/>
              <a:gd name="connsiteX125" fmla="*/ 11255992 w 12192000"/>
              <a:gd name="connsiteY125" fmla="*/ 291919 h 1126566"/>
              <a:gd name="connsiteX126" fmla="*/ 11264859 w 12192000"/>
              <a:gd name="connsiteY126" fmla="*/ 293937 h 1126566"/>
              <a:gd name="connsiteX127" fmla="*/ 11276151 w 12192000"/>
              <a:gd name="connsiteY127" fmla="*/ 293070 h 1126566"/>
              <a:gd name="connsiteX128" fmla="*/ 11279850 w 12192000"/>
              <a:gd name="connsiteY128" fmla="*/ 291330 h 1126566"/>
              <a:gd name="connsiteX129" fmla="*/ 11290818 w 12192000"/>
              <a:gd name="connsiteY129" fmla="*/ 291060 h 1126566"/>
              <a:gd name="connsiteX130" fmla="*/ 11296248 w 12192000"/>
              <a:gd name="connsiteY130" fmla="*/ 290163 h 1126566"/>
              <a:gd name="connsiteX131" fmla="*/ 11301652 w 12192000"/>
              <a:gd name="connsiteY131" fmla="*/ 290324 h 1126566"/>
              <a:gd name="connsiteX132" fmla="*/ 11339114 w 12192000"/>
              <a:gd name="connsiteY132" fmla="*/ 288153 h 1126566"/>
              <a:gd name="connsiteX133" fmla="*/ 11345146 w 12192000"/>
              <a:gd name="connsiteY133" fmla="*/ 290802 h 1126566"/>
              <a:gd name="connsiteX134" fmla="*/ 11400126 w 12192000"/>
              <a:gd name="connsiteY134" fmla="*/ 292287 h 1126566"/>
              <a:gd name="connsiteX135" fmla="*/ 11400420 w 12192000"/>
              <a:gd name="connsiteY135" fmla="*/ 293758 h 1126566"/>
              <a:gd name="connsiteX136" fmla="*/ 11413889 w 12192000"/>
              <a:gd name="connsiteY136" fmla="*/ 300516 h 1126566"/>
              <a:gd name="connsiteX137" fmla="*/ 11440688 w 12192000"/>
              <a:gd name="connsiteY137" fmla="*/ 310121 h 1126566"/>
              <a:gd name="connsiteX138" fmla="*/ 11496733 w 12192000"/>
              <a:gd name="connsiteY138" fmla="*/ 350225 h 1126566"/>
              <a:gd name="connsiteX139" fmla="*/ 11554005 w 12192000"/>
              <a:gd name="connsiteY139" fmla="*/ 351933 h 1126566"/>
              <a:gd name="connsiteX140" fmla="*/ 11565304 w 12192000"/>
              <a:gd name="connsiteY140" fmla="*/ 353069 h 1126566"/>
              <a:gd name="connsiteX141" fmla="*/ 11565435 w 12192000"/>
              <a:gd name="connsiteY141" fmla="*/ 353419 h 1126566"/>
              <a:gd name="connsiteX142" fmla="*/ 11577168 w 12192000"/>
              <a:gd name="connsiteY142" fmla="*/ 355270 h 1126566"/>
              <a:gd name="connsiteX143" fmla="*/ 11607823 w 12192000"/>
              <a:gd name="connsiteY143" fmla="*/ 357347 h 1126566"/>
              <a:gd name="connsiteX144" fmla="*/ 11664276 w 12192000"/>
              <a:gd name="connsiteY144" fmla="*/ 386951 h 1126566"/>
              <a:gd name="connsiteX145" fmla="*/ 11786197 w 12192000"/>
              <a:gd name="connsiteY145" fmla="*/ 477948 h 1126566"/>
              <a:gd name="connsiteX146" fmla="*/ 11866598 w 12192000"/>
              <a:gd name="connsiteY146" fmla="*/ 486803 h 1126566"/>
              <a:gd name="connsiteX147" fmla="*/ 11916744 w 12192000"/>
              <a:gd name="connsiteY147" fmla="*/ 502917 h 1126566"/>
              <a:gd name="connsiteX148" fmla="*/ 11949248 w 12192000"/>
              <a:gd name="connsiteY148" fmla="*/ 518881 h 1126566"/>
              <a:gd name="connsiteX149" fmla="*/ 11951002 w 12192000"/>
              <a:gd name="connsiteY149" fmla="*/ 518735 h 1126566"/>
              <a:gd name="connsiteX150" fmla="*/ 12026007 w 12192000"/>
              <a:gd name="connsiteY150" fmla="*/ 534384 h 1126566"/>
              <a:gd name="connsiteX151" fmla="*/ 12035188 w 12192000"/>
              <a:gd name="connsiteY151" fmla="*/ 529609 h 1126566"/>
              <a:gd name="connsiteX152" fmla="*/ 12115225 w 12192000"/>
              <a:gd name="connsiteY152" fmla="*/ 561895 h 1126566"/>
              <a:gd name="connsiteX153" fmla="*/ 12191636 w 12192000"/>
              <a:gd name="connsiteY153" fmla="*/ 558318 h 1126566"/>
              <a:gd name="connsiteX154" fmla="*/ 12192000 w 12192000"/>
              <a:gd name="connsiteY154" fmla="*/ 558295 h 1126566"/>
              <a:gd name="connsiteX155" fmla="*/ 12192000 w 12192000"/>
              <a:gd name="connsiteY155" fmla="*/ 1126566 h 1126566"/>
              <a:gd name="connsiteX156" fmla="*/ 0 w 12192000"/>
              <a:gd name="connsiteY156" fmla="*/ 1126566 h 1126566"/>
              <a:gd name="connsiteX157" fmla="*/ 0 w 12192000"/>
              <a:gd name="connsiteY157" fmla="*/ 401922 h 1126566"/>
              <a:gd name="connsiteX158" fmla="*/ 25242 w 12192000"/>
              <a:gd name="connsiteY158" fmla="*/ 388862 h 1126566"/>
              <a:gd name="connsiteX159" fmla="*/ 96922 w 12192000"/>
              <a:gd name="connsiteY159" fmla="*/ 357381 h 1126566"/>
              <a:gd name="connsiteX160" fmla="*/ 164580 w 12192000"/>
              <a:gd name="connsiteY160" fmla="*/ 322443 h 1126566"/>
              <a:gd name="connsiteX161" fmla="*/ 258712 w 12192000"/>
              <a:gd name="connsiteY161" fmla="*/ 286531 h 1126566"/>
              <a:gd name="connsiteX162" fmla="*/ 316354 w 12192000"/>
              <a:gd name="connsiteY162" fmla="*/ 238529 h 1126566"/>
              <a:gd name="connsiteX163" fmla="*/ 328834 w 12192000"/>
              <a:gd name="connsiteY163" fmla="*/ 240963 h 1126566"/>
              <a:gd name="connsiteX164" fmla="*/ 383414 w 12192000"/>
              <a:gd name="connsiteY164" fmla="*/ 221196 h 1126566"/>
              <a:gd name="connsiteX165" fmla="*/ 537708 w 12192000"/>
              <a:gd name="connsiteY165" fmla="*/ 119020 h 1126566"/>
              <a:gd name="connsiteX166" fmla="*/ 653257 w 12192000"/>
              <a:gd name="connsiteY166" fmla="*/ 91372 h 1126566"/>
              <a:gd name="connsiteX167" fmla="*/ 763197 w 12192000"/>
              <a:gd name="connsiteY167" fmla="*/ 59356 h 1126566"/>
              <a:gd name="connsiteX168" fmla="*/ 778208 w 12192000"/>
              <a:gd name="connsiteY168" fmla="*/ 63801 h 1126566"/>
              <a:gd name="connsiteX169" fmla="*/ 784725 w 12192000"/>
              <a:gd name="connsiteY169" fmla="*/ 62505 h 1126566"/>
              <a:gd name="connsiteX170" fmla="*/ 785400 w 12192000"/>
              <a:gd name="connsiteY170" fmla="*/ 62796 h 1126566"/>
              <a:gd name="connsiteX171" fmla="*/ 786774 w 12192000"/>
              <a:gd name="connsiteY171" fmla="*/ 62098 h 1126566"/>
              <a:gd name="connsiteX172" fmla="*/ 852003 w 12192000"/>
              <a:gd name="connsiteY172" fmla="*/ 61064 h 1126566"/>
              <a:gd name="connsiteX173" fmla="*/ 870719 w 12192000"/>
              <a:gd name="connsiteY173" fmla="*/ 47209 h 1126566"/>
              <a:gd name="connsiteX174" fmla="*/ 883786 w 12192000"/>
              <a:gd name="connsiteY174" fmla="*/ 45814 h 1126566"/>
              <a:gd name="connsiteX175" fmla="*/ 886400 w 12192000"/>
              <a:gd name="connsiteY175" fmla="*/ 43909 h 1126566"/>
              <a:gd name="connsiteX176" fmla="*/ 893881 w 12192000"/>
              <a:gd name="connsiteY176" fmla="*/ 40197 h 1126566"/>
              <a:gd name="connsiteX177" fmla="*/ 886282 w 12192000"/>
              <a:gd name="connsiteY177" fmla="*/ 36610 h 1126566"/>
              <a:gd name="connsiteX178" fmla="*/ 950274 w 12192000"/>
              <a:gd name="connsiteY178" fmla="*/ 20111 h 1126566"/>
              <a:gd name="connsiteX179" fmla="*/ 988432 w 12192000"/>
              <a:gd name="connsiteY179" fmla="*/ 24039 h 1126566"/>
              <a:gd name="connsiteX180" fmla="*/ 1048223 w 12192000"/>
              <a:gd name="connsiteY180" fmla="*/ 19791 h 1126566"/>
              <a:gd name="connsiteX181" fmla="*/ 1177886 w 12192000"/>
              <a:gd name="connsiteY181" fmla="*/ 30728 h 1126566"/>
              <a:gd name="connsiteX182" fmla="*/ 1305018 w 12192000"/>
              <a:gd name="connsiteY182" fmla="*/ 0 h 112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12192000" h="1126566">
                <a:moveTo>
                  <a:pt x="1305018" y="0"/>
                </a:moveTo>
                <a:lnTo>
                  <a:pt x="1338012" y="2184"/>
                </a:lnTo>
                <a:lnTo>
                  <a:pt x="1368320" y="11572"/>
                </a:lnTo>
                <a:cubicBezTo>
                  <a:pt x="1368135" y="12420"/>
                  <a:pt x="1367949" y="13268"/>
                  <a:pt x="1367764" y="14115"/>
                </a:cubicBezTo>
                <a:cubicBezTo>
                  <a:pt x="1368260" y="15850"/>
                  <a:pt x="1369933" y="16116"/>
                  <a:pt x="1372564" y="15636"/>
                </a:cubicBezTo>
                <a:lnTo>
                  <a:pt x="1377226" y="14330"/>
                </a:lnTo>
                <a:lnTo>
                  <a:pt x="1382967" y="16108"/>
                </a:lnTo>
                <a:lnTo>
                  <a:pt x="1398753" y="20281"/>
                </a:lnTo>
                <a:lnTo>
                  <a:pt x="1403473" y="25878"/>
                </a:lnTo>
                <a:cubicBezTo>
                  <a:pt x="1418187" y="35152"/>
                  <a:pt x="1455496" y="27557"/>
                  <a:pt x="1465522" y="40951"/>
                </a:cubicBezTo>
                <a:lnTo>
                  <a:pt x="1485274" y="38769"/>
                </a:lnTo>
                <a:lnTo>
                  <a:pt x="1506702" y="48855"/>
                </a:lnTo>
                <a:cubicBezTo>
                  <a:pt x="1526562" y="57310"/>
                  <a:pt x="1547358" y="62811"/>
                  <a:pt x="1570577" y="56390"/>
                </a:cubicBezTo>
                <a:cubicBezTo>
                  <a:pt x="1561206" y="73812"/>
                  <a:pt x="1626608" y="54897"/>
                  <a:pt x="1640836" y="71287"/>
                </a:cubicBezTo>
                <a:cubicBezTo>
                  <a:pt x="1649435" y="84672"/>
                  <a:pt x="1671284" y="82051"/>
                  <a:pt x="1689992" y="86003"/>
                </a:cubicBezTo>
                <a:cubicBezTo>
                  <a:pt x="1706935" y="99155"/>
                  <a:pt x="1796696" y="106480"/>
                  <a:pt x="1825707" y="102605"/>
                </a:cubicBezTo>
                <a:cubicBezTo>
                  <a:pt x="1904608" y="83484"/>
                  <a:pt x="1991519" y="135253"/>
                  <a:pt x="2055100" y="121407"/>
                </a:cubicBezTo>
                <a:cubicBezTo>
                  <a:pt x="2073090" y="121616"/>
                  <a:pt x="2088723" y="123853"/>
                  <a:pt x="2102805" y="127338"/>
                </a:cubicBezTo>
                <a:lnTo>
                  <a:pt x="2139327" y="140098"/>
                </a:lnTo>
                <a:lnTo>
                  <a:pt x="2143886" y="149737"/>
                </a:lnTo>
                <a:lnTo>
                  <a:pt x="2169405" y="154229"/>
                </a:lnTo>
                <a:lnTo>
                  <a:pt x="2175252" y="157025"/>
                </a:lnTo>
                <a:cubicBezTo>
                  <a:pt x="2186400" y="162399"/>
                  <a:pt x="2197622" y="167468"/>
                  <a:pt x="2209736" y="171455"/>
                </a:cubicBezTo>
                <a:cubicBezTo>
                  <a:pt x="2225844" y="133195"/>
                  <a:pt x="2315425" y="199057"/>
                  <a:pt x="2306658" y="162489"/>
                </a:cubicBezTo>
                <a:cubicBezTo>
                  <a:pt x="2358676" y="173927"/>
                  <a:pt x="2356751" y="154958"/>
                  <a:pt x="2376691" y="163846"/>
                </a:cubicBezTo>
                <a:lnTo>
                  <a:pt x="2381520" y="166644"/>
                </a:lnTo>
                <a:lnTo>
                  <a:pt x="2500607" y="180917"/>
                </a:lnTo>
                <a:lnTo>
                  <a:pt x="2542869" y="188717"/>
                </a:lnTo>
                <a:cubicBezTo>
                  <a:pt x="2674262" y="187952"/>
                  <a:pt x="2707055" y="263173"/>
                  <a:pt x="2829718" y="242215"/>
                </a:cubicBezTo>
                <a:lnTo>
                  <a:pt x="3028662" y="219550"/>
                </a:lnTo>
                <a:cubicBezTo>
                  <a:pt x="3049869" y="208285"/>
                  <a:pt x="3084950" y="208595"/>
                  <a:pt x="3107019" y="220240"/>
                </a:cubicBezTo>
                <a:cubicBezTo>
                  <a:pt x="3110816" y="222244"/>
                  <a:pt x="3114075" y="224515"/>
                  <a:pt x="3116698" y="226983"/>
                </a:cubicBezTo>
                <a:cubicBezTo>
                  <a:pt x="3179274" y="200503"/>
                  <a:pt x="3198987" y="221584"/>
                  <a:pt x="3231577" y="202023"/>
                </a:cubicBezTo>
                <a:cubicBezTo>
                  <a:pt x="3309179" y="203900"/>
                  <a:pt x="3356885" y="235149"/>
                  <a:pt x="3386687" y="218190"/>
                </a:cubicBezTo>
                <a:cubicBezTo>
                  <a:pt x="3423429" y="225110"/>
                  <a:pt x="3463019" y="256177"/>
                  <a:pt x="3501680" y="238841"/>
                </a:cubicBezTo>
                <a:cubicBezTo>
                  <a:pt x="3496844" y="257097"/>
                  <a:pt x="3551130" y="231857"/>
                  <a:pt x="3567038" y="246771"/>
                </a:cubicBezTo>
                <a:cubicBezTo>
                  <a:pt x="3577348" y="259245"/>
                  <a:pt x="3596226" y="254494"/>
                  <a:pt x="3613626" y="256591"/>
                </a:cubicBezTo>
                <a:cubicBezTo>
                  <a:pt x="3631298" y="268014"/>
                  <a:pt x="3712457" y="266495"/>
                  <a:pt x="3737444" y="259793"/>
                </a:cubicBezTo>
                <a:cubicBezTo>
                  <a:pt x="3803671" y="233024"/>
                  <a:pt x="3891186" y="276009"/>
                  <a:pt x="3944870" y="255991"/>
                </a:cubicBezTo>
                <a:cubicBezTo>
                  <a:pt x="4008933" y="249766"/>
                  <a:pt x="4045961" y="279503"/>
                  <a:pt x="4092172" y="290617"/>
                </a:cubicBezTo>
                <a:cubicBezTo>
                  <a:pt x="4098827" y="250967"/>
                  <a:pt x="4191523" y="307711"/>
                  <a:pt x="4176434" y="272187"/>
                </a:cubicBezTo>
                <a:cubicBezTo>
                  <a:pt x="4241060" y="280555"/>
                  <a:pt x="4209740" y="244545"/>
                  <a:pt x="4269617" y="283947"/>
                </a:cubicBezTo>
                <a:cubicBezTo>
                  <a:pt x="4386123" y="270292"/>
                  <a:pt x="4534009" y="307696"/>
                  <a:pt x="4638729" y="274806"/>
                </a:cubicBezTo>
                <a:lnTo>
                  <a:pt x="4910175" y="258887"/>
                </a:lnTo>
                <a:cubicBezTo>
                  <a:pt x="4910334" y="258037"/>
                  <a:pt x="4910494" y="257187"/>
                  <a:pt x="4910653" y="256337"/>
                </a:cubicBezTo>
                <a:cubicBezTo>
                  <a:pt x="4911824" y="254741"/>
                  <a:pt x="4913545" y="254755"/>
                  <a:pt x="4915901" y="255646"/>
                </a:cubicBezTo>
                <a:lnTo>
                  <a:pt x="4919888" y="257665"/>
                </a:lnTo>
                <a:lnTo>
                  <a:pt x="4926150" y="256877"/>
                </a:lnTo>
                <a:lnTo>
                  <a:pt x="4943081" y="255402"/>
                </a:lnTo>
                <a:lnTo>
                  <a:pt x="4949875" y="250755"/>
                </a:lnTo>
                <a:lnTo>
                  <a:pt x="5034125" y="251561"/>
                </a:lnTo>
                <a:lnTo>
                  <a:pt x="5058873" y="245283"/>
                </a:lnTo>
                <a:cubicBezTo>
                  <a:pt x="5081450" y="240328"/>
                  <a:pt x="5103755" y="238383"/>
                  <a:pt x="5123651" y="248360"/>
                </a:cubicBezTo>
                <a:cubicBezTo>
                  <a:pt x="5121534" y="229990"/>
                  <a:pt x="5177244" y="258894"/>
                  <a:pt x="5197539" y="245352"/>
                </a:cubicBezTo>
                <a:cubicBezTo>
                  <a:pt x="5211192" y="233802"/>
                  <a:pt x="5231277" y="239882"/>
                  <a:pt x="5250946" y="239095"/>
                </a:cubicBezTo>
                <a:cubicBezTo>
                  <a:pt x="5272576" y="229125"/>
                  <a:pt x="5362305" y="236604"/>
                  <a:pt x="5388817" y="245059"/>
                </a:cubicBezTo>
                <a:cubicBezTo>
                  <a:pt x="5457500" y="276353"/>
                  <a:pt x="5562193" y="240387"/>
                  <a:pt x="5618162" y="264094"/>
                </a:cubicBezTo>
                <a:cubicBezTo>
                  <a:pt x="5635645" y="266810"/>
                  <a:pt x="5651655" y="267184"/>
                  <a:pt x="5666664" y="266098"/>
                </a:cubicBezTo>
                <a:lnTo>
                  <a:pt x="5715324" y="251101"/>
                </a:lnTo>
                <a:lnTo>
                  <a:pt x="5741796" y="250897"/>
                </a:lnTo>
                <a:lnTo>
                  <a:pt x="5748565" y="249142"/>
                </a:lnTo>
                <a:cubicBezTo>
                  <a:pt x="5761488" y="245753"/>
                  <a:pt x="5789604" y="257912"/>
                  <a:pt x="5802907" y="256022"/>
                </a:cubicBezTo>
                <a:cubicBezTo>
                  <a:pt x="5845141" y="268967"/>
                  <a:pt x="5900887" y="231236"/>
                  <a:pt x="5877829" y="265178"/>
                </a:cubicBezTo>
                <a:cubicBezTo>
                  <a:pt x="5932696" y="262556"/>
                  <a:pt x="5923269" y="280589"/>
                  <a:pt x="5946099" y="275229"/>
                </a:cubicBezTo>
                <a:lnTo>
                  <a:pt x="5951885" y="273306"/>
                </a:lnTo>
                <a:lnTo>
                  <a:pt x="5957187" y="267506"/>
                </a:lnTo>
                <a:lnTo>
                  <a:pt x="6000476" y="273899"/>
                </a:lnTo>
                <a:lnTo>
                  <a:pt x="6055647" y="268058"/>
                </a:lnTo>
                <a:cubicBezTo>
                  <a:pt x="6182414" y="290116"/>
                  <a:pt x="6280672" y="256487"/>
                  <a:pt x="6390944" y="296657"/>
                </a:cubicBezTo>
                <a:lnTo>
                  <a:pt x="6445883" y="304401"/>
                </a:lnTo>
                <a:cubicBezTo>
                  <a:pt x="6488263" y="316778"/>
                  <a:pt x="6557650" y="301859"/>
                  <a:pt x="6598839" y="327138"/>
                </a:cubicBezTo>
                <a:cubicBezTo>
                  <a:pt x="6614856" y="341473"/>
                  <a:pt x="6658305" y="336097"/>
                  <a:pt x="6674894" y="339184"/>
                </a:cubicBezTo>
                <a:cubicBezTo>
                  <a:pt x="6691483" y="342271"/>
                  <a:pt x="6694854" y="347625"/>
                  <a:pt x="6698374" y="345663"/>
                </a:cubicBezTo>
                <a:cubicBezTo>
                  <a:pt x="6748333" y="381426"/>
                  <a:pt x="6764373" y="352806"/>
                  <a:pt x="6788093" y="377012"/>
                </a:cubicBezTo>
                <a:cubicBezTo>
                  <a:pt x="6863891" y="387787"/>
                  <a:pt x="6979637" y="372926"/>
                  <a:pt x="7001696" y="394163"/>
                </a:cubicBezTo>
                <a:cubicBezTo>
                  <a:pt x="7039991" y="393431"/>
                  <a:pt x="7010656" y="400290"/>
                  <a:pt x="7052564" y="396658"/>
                </a:cubicBezTo>
                <a:cubicBezTo>
                  <a:pt x="7055164" y="378218"/>
                  <a:pt x="7109032" y="400006"/>
                  <a:pt x="7130364" y="388164"/>
                </a:cubicBezTo>
                <a:cubicBezTo>
                  <a:pt x="7145309" y="377773"/>
                  <a:pt x="7161671" y="385430"/>
                  <a:pt x="7179335" y="386225"/>
                </a:cubicBezTo>
                <a:cubicBezTo>
                  <a:pt x="7200979" y="378045"/>
                  <a:pt x="7278864" y="392682"/>
                  <a:pt x="7300357" y="403218"/>
                </a:cubicBezTo>
                <a:cubicBezTo>
                  <a:pt x="7353733" y="439852"/>
                  <a:pt x="7455509" y="412480"/>
                  <a:pt x="7499445" y="440549"/>
                </a:cubicBezTo>
                <a:cubicBezTo>
                  <a:pt x="7558920" y="456964"/>
                  <a:pt x="7606586" y="434213"/>
                  <a:pt x="7655710" y="430962"/>
                </a:cubicBezTo>
                <a:cubicBezTo>
                  <a:pt x="7646336" y="470388"/>
                  <a:pt x="7758609" y="430550"/>
                  <a:pt x="7729851" y="462457"/>
                </a:cubicBezTo>
                <a:cubicBezTo>
                  <a:pt x="7795688" y="464850"/>
                  <a:pt x="7751041" y="494594"/>
                  <a:pt x="7824660" y="466203"/>
                </a:cubicBezTo>
                <a:cubicBezTo>
                  <a:pt x="7931888" y="498311"/>
                  <a:pt x="8189689" y="453831"/>
                  <a:pt x="8277851" y="502630"/>
                </a:cubicBezTo>
                <a:cubicBezTo>
                  <a:pt x="8370818" y="512734"/>
                  <a:pt x="8313042" y="513711"/>
                  <a:pt x="8382461" y="526824"/>
                </a:cubicBezTo>
                <a:cubicBezTo>
                  <a:pt x="8391942" y="573223"/>
                  <a:pt x="8538700" y="594604"/>
                  <a:pt x="8594502" y="613607"/>
                </a:cubicBezTo>
                <a:cubicBezTo>
                  <a:pt x="8691407" y="622788"/>
                  <a:pt x="8680711" y="654899"/>
                  <a:pt x="8777878" y="639454"/>
                </a:cubicBezTo>
                <a:cubicBezTo>
                  <a:pt x="8821850" y="645255"/>
                  <a:pt x="8834479" y="644511"/>
                  <a:pt x="8858334" y="648415"/>
                </a:cubicBezTo>
                <a:lnTo>
                  <a:pt x="8969814" y="639833"/>
                </a:lnTo>
                <a:cubicBezTo>
                  <a:pt x="9008784" y="633280"/>
                  <a:pt x="9061030" y="618158"/>
                  <a:pt x="9092152" y="609097"/>
                </a:cubicBezTo>
                <a:cubicBezTo>
                  <a:pt x="9141320" y="619991"/>
                  <a:pt x="9118891" y="591188"/>
                  <a:pt x="9156546" y="585468"/>
                </a:cubicBezTo>
                <a:cubicBezTo>
                  <a:pt x="9180620" y="587385"/>
                  <a:pt x="9192331" y="584657"/>
                  <a:pt x="9194830" y="571148"/>
                </a:cubicBezTo>
                <a:cubicBezTo>
                  <a:pt x="9308402" y="581928"/>
                  <a:pt x="9235498" y="557277"/>
                  <a:pt x="9314188" y="547301"/>
                </a:cubicBezTo>
                <a:cubicBezTo>
                  <a:pt x="9385651" y="541365"/>
                  <a:pt x="9407311" y="527502"/>
                  <a:pt x="9505176" y="542666"/>
                </a:cubicBezTo>
                <a:cubicBezTo>
                  <a:pt x="9527962" y="548956"/>
                  <a:pt x="9555704" y="534081"/>
                  <a:pt x="9581851" y="530976"/>
                </a:cubicBezTo>
                <a:cubicBezTo>
                  <a:pt x="9607998" y="527871"/>
                  <a:pt x="9661317" y="526445"/>
                  <a:pt x="9662056" y="524035"/>
                </a:cubicBezTo>
                <a:cubicBezTo>
                  <a:pt x="9725667" y="537016"/>
                  <a:pt x="9687962" y="516815"/>
                  <a:pt x="9724197" y="528337"/>
                </a:cubicBezTo>
                <a:cubicBezTo>
                  <a:pt x="9784395" y="515772"/>
                  <a:pt x="9805214" y="483205"/>
                  <a:pt x="9837846" y="492977"/>
                </a:cubicBezTo>
                <a:cubicBezTo>
                  <a:pt x="9863105" y="482046"/>
                  <a:pt x="9877613" y="450783"/>
                  <a:pt x="9917440" y="459605"/>
                </a:cubicBezTo>
                <a:cubicBezTo>
                  <a:pt x="9914032" y="456009"/>
                  <a:pt x="9914999" y="454133"/>
                  <a:pt x="9918439" y="453114"/>
                </a:cubicBezTo>
                <a:lnTo>
                  <a:pt x="9953039" y="452486"/>
                </a:lnTo>
                <a:lnTo>
                  <a:pt x="9988183" y="448079"/>
                </a:lnTo>
                <a:cubicBezTo>
                  <a:pt x="10003164" y="445307"/>
                  <a:pt x="9997636" y="440348"/>
                  <a:pt x="9991965" y="435969"/>
                </a:cubicBezTo>
                <a:lnTo>
                  <a:pt x="9986932" y="431168"/>
                </a:lnTo>
                <a:lnTo>
                  <a:pt x="9996190" y="429066"/>
                </a:lnTo>
                <a:lnTo>
                  <a:pt x="9999786" y="427758"/>
                </a:lnTo>
                <a:lnTo>
                  <a:pt x="10012936" y="428884"/>
                </a:lnTo>
                <a:cubicBezTo>
                  <a:pt x="10033227" y="430510"/>
                  <a:pt x="10071440" y="439772"/>
                  <a:pt x="10102484" y="441324"/>
                </a:cubicBezTo>
                <a:cubicBezTo>
                  <a:pt x="10136562" y="436650"/>
                  <a:pt x="10161909" y="444583"/>
                  <a:pt x="10199200" y="438197"/>
                </a:cubicBezTo>
                <a:cubicBezTo>
                  <a:pt x="10217449" y="429443"/>
                  <a:pt x="10230000" y="428254"/>
                  <a:pt x="10245648" y="438831"/>
                </a:cubicBezTo>
                <a:cubicBezTo>
                  <a:pt x="10329997" y="396081"/>
                  <a:pt x="10293643" y="438380"/>
                  <a:pt x="10369590" y="423377"/>
                </a:cubicBezTo>
                <a:cubicBezTo>
                  <a:pt x="10435429" y="407137"/>
                  <a:pt x="10508988" y="397618"/>
                  <a:pt x="10575777" y="355859"/>
                </a:cubicBezTo>
                <a:cubicBezTo>
                  <a:pt x="10588559" y="343823"/>
                  <a:pt x="10623554" y="349957"/>
                  <a:pt x="10638984" y="347416"/>
                </a:cubicBezTo>
                <a:cubicBezTo>
                  <a:pt x="10654414" y="344875"/>
                  <a:pt x="10665320" y="338813"/>
                  <a:pt x="10668356" y="340612"/>
                </a:cubicBezTo>
                <a:cubicBezTo>
                  <a:pt x="10708634" y="310852"/>
                  <a:pt x="10713374" y="337960"/>
                  <a:pt x="10732175" y="317549"/>
                </a:cubicBezTo>
                <a:cubicBezTo>
                  <a:pt x="10795223" y="310206"/>
                  <a:pt x="10845347" y="331314"/>
                  <a:pt x="10862886" y="313438"/>
                </a:cubicBezTo>
                <a:cubicBezTo>
                  <a:pt x="10895019" y="315099"/>
                  <a:pt x="10938544" y="336989"/>
                  <a:pt x="10963063" y="317771"/>
                </a:cubicBezTo>
                <a:cubicBezTo>
                  <a:pt x="10966067" y="333874"/>
                  <a:pt x="11000154" y="306125"/>
                  <a:pt x="11018562" y="316991"/>
                </a:cubicBezTo>
                <a:cubicBezTo>
                  <a:pt x="11031553" y="326424"/>
                  <a:pt x="11044924" y="320203"/>
                  <a:pt x="11059692" y="319983"/>
                </a:cubicBezTo>
                <a:cubicBezTo>
                  <a:pt x="11078202" y="327673"/>
                  <a:pt x="11142830" y="317027"/>
                  <a:pt x="11160371" y="308440"/>
                </a:cubicBezTo>
                <a:cubicBezTo>
                  <a:pt x="11165760" y="304637"/>
                  <a:pt x="11171826" y="301723"/>
                  <a:pt x="11178386" y="299490"/>
                </a:cubicBezTo>
                <a:lnTo>
                  <a:pt x="11192494" y="296221"/>
                </a:lnTo>
                <a:lnTo>
                  <a:pt x="11199770" y="299772"/>
                </a:lnTo>
                <a:lnTo>
                  <a:pt x="11217258" y="293681"/>
                </a:lnTo>
                <a:lnTo>
                  <a:pt x="11245798" y="292170"/>
                </a:lnTo>
                <a:lnTo>
                  <a:pt x="11255992" y="291919"/>
                </a:lnTo>
                <a:lnTo>
                  <a:pt x="11264859" y="293937"/>
                </a:lnTo>
                <a:cubicBezTo>
                  <a:pt x="11269176" y="294273"/>
                  <a:pt x="11272860" y="293892"/>
                  <a:pt x="11276151" y="293070"/>
                </a:cubicBezTo>
                <a:lnTo>
                  <a:pt x="11279850" y="291330"/>
                </a:lnTo>
                <a:lnTo>
                  <a:pt x="11290818" y="291060"/>
                </a:lnTo>
                <a:lnTo>
                  <a:pt x="11296248" y="290163"/>
                </a:lnTo>
                <a:lnTo>
                  <a:pt x="11301652" y="290324"/>
                </a:lnTo>
                <a:lnTo>
                  <a:pt x="11339114" y="288153"/>
                </a:lnTo>
                <a:lnTo>
                  <a:pt x="11345146" y="290802"/>
                </a:lnTo>
                <a:lnTo>
                  <a:pt x="11400126" y="292287"/>
                </a:lnTo>
                <a:cubicBezTo>
                  <a:pt x="11400225" y="292777"/>
                  <a:pt x="11400322" y="293267"/>
                  <a:pt x="11400420" y="293758"/>
                </a:cubicBezTo>
                <a:cubicBezTo>
                  <a:pt x="11402333" y="297092"/>
                  <a:pt x="11406107" y="299615"/>
                  <a:pt x="11413889" y="300516"/>
                </a:cubicBezTo>
                <a:cubicBezTo>
                  <a:pt x="11395142" y="320394"/>
                  <a:pt x="11416088" y="309220"/>
                  <a:pt x="11440688" y="310121"/>
                </a:cubicBezTo>
                <a:cubicBezTo>
                  <a:pt x="11417061" y="341196"/>
                  <a:pt x="11491047" y="330911"/>
                  <a:pt x="11496733" y="350225"/>
                </a:cubicBezTo>
                <a:cubicBezTo>
                  <a:pt x="11515339" y="350186"/>
                  <a:pt x="11534581" y="350713"/>
                  <a:pt x="11554005" y="351933"/>
                </a:cubicBezTo>
                <a:lnTo>
                  <a:pt x="11565304" y="353069"/>
                </a:lnTo>
                <a:cubicBezTo>
                  <a:pt x="11565348" y="353186"/>
                  <a:pt x="11565391" y="353302"/>
                  <a:pt x="11565435" y="353419"/>
                </a:cubicBezTo>
                <a:cubicBezTo>
                  <a:pt x="11567690" y="354366"/>
                  <a:pt x="11571332" y="355001"/>
                  <a:pt x="11577168" y="355270"/>
                </a:cubicBezTo>
                <a:lnTo>
                  <a:pt x="11607823" y="357347"/>
                </a:lnTo>
                <a:lnTo>
                  <a:pt x="11664276" y="386951"/>
                </a:lnTo>
                <a:cubicBezTo>
                  <a:pt x="11700990" y="407051"/>
                  <a:pt x="11744222" y="456861"/>
                  <a:pt x="11786197" y="477948"/>
                </a:cubicBezTo>
                <a:lnTo>
                  <a:pt x="11866598" y="486803"/>
                </a:lnTo>
                <a:cubicBezTo>
                  <a:pt x="11883269" y="491187"/>
                  <a:pt x="11900036" y="496356"/>
                  <a:pt x="11916744" y="502917"/>
                </a:cubicBezTo>
                <a:lnTo>
                  <a:pt x="11949248" y="518881"/>
                </a:lnTo>
                <a:lnTo>
                  <a:pt x="11951002" y="518735"/>
                </a:lnTo>
                <a:lnTo>
                  <a:pt x="12026007" y="534384"/>
                </a:lnTo>
                <a:cubicBezTo>
                  <a:pt x="12029433" y="533054"/>
                  <a:pt x="12032525" y="531446"/>
                  <a:pt x="12035188" y="529609"/>
                </a:cubicBezTo>
                <a:cubicBezTo>
                  <a:pt x="12075234" y="558112"/>
                  <a:pt x="12095957" y="542163"/>
                  <a:pt x="12115225" y="561895"/>
                </a:cubicBezTo>
                <a:cubicBezTo>
                  <a:pt x="12144838" y="564862"/>
                  <a:pt x="12170822" y="560882"/>
                  <a:pt x="12191636" y="558318"/>
                </a:cubicBezTo>
                <a:lnTo>
                  <a:pt x="12192000" y="558295"/>
                </a:lnTo>
                <a:lnTo>
                  <a:pt x="12192000" y="1126566"/>
                </a:lnTo>
                <a:lnTo>
                  <a:pt x="0" y="1126566"/>
                </a:lnTo>
                <a:lnTo>
                  <a:pt x="0" y="401922"/>
                </a:lnTo>
                <a:lnTo>
                  <a:pt x="25242" y="388862"/>
                </a:lnTo>
                <a:cubicBezTo>
                  <a:pt x="53095" y="374239"/>
                  <a:pt x="81134" y="359931"/>
                  <a:pt x="96922" y="357381"/>
                </a:cubicBezTo>
                <a:cubicBezTo>
                  <a:pt x="108624" y="334682"/>
                  <a:pt x="133296" y="326879"/>
                  <a:pt x="164580" y="322443"/>
                </a:cubicBezTo>
                <a:cubicBezTo>
                  <a:pt x="170496" y="302312"/>
                  <a:pt x="203628" y="305232"/>
                  <a:pt x="258712" y="286531"/>
                </a:cubicBezTo>
                <a:cubicBezTo>
                  <a:pt x="264312" y="263774"/>
                  <a:pt x="296058" y="274113"/>
                  <a:pt x="316354" y="238529"/>
                </a:cubicBezTo>
                <a:cubicBezTo>
                  <a:pt x="320285" y="239658"/>
                  <a:pt x="324488" y="240478"/>
                  <a:pt x="328834" y="240963"/>
                </a:cubicBezTo>
                <a:cubicBezTo>
                  <a:pt x="354074" y="243782"/>
                  <a:pt x="378513" y="234932"/>
                  <a:pt x="383414" y="221196"/>
                </a:cubicBezTo>
                <a:cubicBezTo>
                  <a:pt x="421577" y="169345"/>
                  <a:pt x="485280" y="146631"/>
                  <a:pt x="537708" y="119020"/>
                </a:cubicBezTo>
                <a:cubicBezTo>
                  <a:pt x="588732" y="94357"/>
                  <a:pt x="615676" y="101316"/>
                  <a:pt x="653257" y="91372"/>
                </a:cubicBezTo>
                <a:cubicBezTo>
                  <a:pt x="684624" y="78385"/>
                  <a:pt x="748753" y="87379"/>
                  <a:pt x="763197" y="59356"/>
                </a:cubicBezTo>
                <a:cubicBezTo>
                  <a:pt x="765804" y="63426"/>
                  <a:pt x="771340" y="64365"/>
                  <a:pt x="778208" y="63801"/>
                </a:cubicBezTo>
                <a:lnTo>
                  <a:pt x="784725" y="62505"/>
                </a:lnTo>
                <a:lnTo>
                  <a:pt x="785400" y="62796"/>
                </a:lnTo>
                <a:lnTo>
                  <a:pt x="786774" y="62098"/>
                </a:lnTo>
                <a:lnTo>
                  <a:pt x="852003" y="61064"/>
                </a:lnTo>
                <a:cubicBezTo>
                  <a:pt x="860539" y="57863"/>
                  <a:pt x="862705" y="50815"/>
                  <a:pt x="870719" y="47209"/>
                </a:cubicBezTo>
                <a:lnTo>
                  <a:pt x="883786" y="45814"/>
                </a:lnTo>
                <a:lnTo>
                  <a:pt x="886400" y="43909"/>
                </a:lnTo>
                <a:lnTo>
                  <a:pt x="893881" y="40197"/>
                </a:lnTo>
                <a:lnTo>
                  <a:pt x="886282" y="36610"/>
                </a:lnTo>
                <a:cubicBezTo>
                  <a:pt x="895681" y="33262"/>
                  <a:pt x="933249" y="22206"/>
                  <a:pt x="950274" y="20111"/>
                </a:cubicBezTo>
                <a:lnTo>
                  <a:pt x="988432" y="24039"/>
                </a:lnTo>
                <a:cubicBezTo>
                  <a:pt x="993873" y="26447"/>
                  <a:pt x="1044330" y="14803"/>
                  <a:pt x="1048223" y="19791"/>
                </a:cubicBezTo>
                <a:cubicBezTo>
                  <a:pt x="1123287" y="25741"/>
                  <a:pt x="1109478" y="4056"/>
                  <a:pt x="1177886" y="30728"/>
                </a:cubicBezTo>
                <a:cubicBezTo>
                  <a:pt x="1207072" y="3020"/>
                  <a:pt x="1274783" y="15000"/>
                  <a:pt x="1305018" y="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3607B-EC01-7B46-6655-8558C0E45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8" y="2758439"/>
            <a:ext cx="6099954" cy="3038735"/>
          </a:xfrm>
        </p:spPr>
        <p:txBody>
          <a:bodyPr>
            <a:normAutofit lnSpcReduction="10000"/>
          </a:bodyPr>
          <a:lstStyle/>
          <a:p>
            <a:r>
              <a:rPr lang="en-IN" sz="2400" dirty="0"/>
              <a:t>This project showcases an </a:t>
            </a:r>
            <a:r>
              <a:rPr lang="en-IN" sz="2400" b="1" dirty="0"/>
              <a:t>interactive Power BI dashboard</a:t>
            </a:r>
            <a:r>
              <a:rPr lang="en-IN" sz="2400" dirty="0"/>
              <a:t> built to </a:t>
            </a:r>
            <a:r>
              <a:rPr lang="en-IN" sz="2400" dirty="0" err="1"/>
              <a:t>analyze</a:t>
            </a:r>
            <a:r>
              <a:rPr lang="en-IN" sz="2400" dirty="0"/>
              <a:t> </a:t>
            </a:r>
            <a:r>
              <a:rPr lang="en-IN" sz="2400" dirty="0" err="1"/>
              <a:t>blinkit’s</a:t>
            </a:r>
            <a:r>
              <a:rPr lang="en-IN" sz="2400" dirty="0"/>
              <a:t> business performance data. 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dirty="0"/>
              <a:t>It is designed to provide actionable insights into </a:t>
            </a:r>
            <a:r>
              <a:rPr lang="en-IN" sz="2400" b="1" dirty="0"/>
              <a:t>sales</a:t>
            </a:r>
            <a:r>
              <a:rPr lang="en-IN" sz="2400" dirty="0"/>
              <a:t>, </a:t>
            </a:r>
            <a:r>
              <a:rPr lang="en-IN" sz="2400" b="1" dirty="0"/>
              <a:t>customer </a:t>
            </a:r>
            <a:r>
              <a:rPr lang="en-IN" sz="2400" b="1" dirty="0" err="1"/>
              <a:t>behavior</a:t>
            </a:r>
            <a:r>
              <a:rPr lang="en-IN" sz="2400" dirty="0"/>
              <a:t>, </a:t>
            </a:r>
            <a:r>
              <a:rPr lang="en-IN" sz="2400" b="1" dirty="0"/>
              <a:t>product performance</a:t>
            </a:r>
            <a:r>
              <a:rPr lang="en-IN" sz="2400" dirty="0"/>
              <a:t>, and </a:t>
            </a:r>
            <a:r>
              <a:rPr lang="en-IN" sz="2400" b="1" dirty="0"/>
              <a:t>regional metrics</a:t>
            </a:r>
            <a:r>
              <a:rPr lang="en-IN" sz="2400" dirty="0"/>
              <a:t>.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306E64-E868-4378-9486-393C92BC8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02854" y="2377256"/>
            <a:ext cx="2891125" cy="3915968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585572-54CA-E658-1F06-F5F47E821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6" r="7594" b="-1"/>
          <a:stretch>
            <a:fillRect/>
          </a:stretch>
        </p:blipFill>
        <p:spPr>
          <a:xfrm>
            <a:off x="7902854" y="2377256"/>
            <a:ext cx="2891125" cy="3915968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A5FD61-AF28-4544-AF3E-7193BDDDC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93129" y="884516"/>
            <a:ext cx="2597530" cy="1720775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19ED690D-03D4-471C-A116-2FCE8AB17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84108">
            <a:off x="9816300" y="6114228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4BDEB4-D8A5-4C8C-8193-A63D53C7C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834" y="-1224602"/>
            <a:ext cx="5624315" cy="421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43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E375-3C7E-B9B3-C76F-0F018077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40536-DA05-B204-0FAE-3F3EC54C2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172" y="1825624"/>
            <a:ext cx="7409949" cy="44287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 err="1"/>
              <a:t>Blinkit</a:t>
            </a:r>
            <a:r>
              <a:rPr lang="en-IN" sz="2800" dirty="0"/>
              <a:t> is a premier Indian quick-commerce company that delivers </a:t>
            </a:r>
            <a:r>
              <a:rPr lang="en-IN" sz="2800" b="1" dirty="0"/>
              <a:t>groceries</a:t>
            </a:r>
            <a:r>
              <a:rPr lang="en-IN" sz="2800" dirty="0"/>
              <a:t>, </a:t>
            </a:r>
            <a:r>
              <a:rPr lang="en-IN" sz="2800" b="1" dirty="0"/>
              <a:t>electronics</a:t>
            </a:r>
            <a:r>
              <a:rPr lang="en-IN" sz="2800" dirty="0"/>
              <a:t>, and </a:t>
            </a:r>
            <a:r>
              <a:rPr lang="en-IN" sz="2800" b="1" dirty="0"/>
              <a:t>daily essentials </a:t>
            </a:r>
            <a:r>
              <a:rPr lang="en-IN" sz="2800" dirty="0"/>
              <a:t>to doorsteps in 10-20 minutes. Founded in </a:t>
            </a:r>
            <a:r>
              <a:rPr lang="en-IN" sz="2800" b="1" dirty="0"/>
              <a:t>2013</a:t>
            </a:r>
            <a:r>
              <a:rPr lang="en-IN" sz="2800" dirty="0"/>
              <a:t> (originally as </a:t>
            </a:r>
            <a:r>
              <a:rPr lang="en-IN" sz="2800" b="1" dirty="0" err="1"/>
              <a:t>Grofers</a:t>
            </a:r>
            <a:r>
              <a:rPr lang="en-IN" sz="2800" b="1" dirty="0"/>
              <a:t> </a:t>
            </a:r>
            <a:r>
              <a:rPr lang="en-IN" sz="2800" dirty="0"/>
              <a:t>) and </a:t>
            </a:r>
            <a:r>
              <a:rPr lang="en-IN" sz="2800" b="1" dirty="0"/>
              <a:t>acquired by Zomato in 2022</a:t>
            </a:r>
            <a:r>
              <a:rPr lang="en-IN" sz="2800" dirty="0"/>
              <a:t>, it operates hundreds of localized "dark stores" across India to ensure lightning-fast </a:t>
            </a:r>
            <a:r>
              <a:rPr lang="en-IN" sz="2800" dirty="0" err="1"/>
              <a:t>fulfillment</a:t>
            </a:r>
            <a:r>
              <a:rPr lang="en-IN" sz="28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A311A-FE27-9D15-FCDE-466117D4D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27" y="1899196"/>
            <a:ext cx="3345467" cy="334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6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472DE8-E58B-4D56-BA61-C69C601DC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83ACFC-B25E-402F-BBD8-E42034CDD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76818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12192000" h="2237474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lnTo>
                  <a:pt x="12176759" y="759190"/>
                </a:lnTo>
                <a:cubicBezTo>
                  <a:pt x="12165968" y="763819"/>
                  <a:pt x="12157853" y="765770"/>
                  <a:pt x="12154948" y="762731"/>
                </a:cubicBezTo>
                <a:cubicBezTo>
                  <a:pt x="12116503" y="759396"/>
                  <a:pt x="12073342" y="763579"/>
                  <a:pt x="12047364" y="749662"/>
                </a:cubicBezTo>
                <a:cubicBezTo>
                  <a:pt x="12041261" y="730599"/>
                  <a:pt x="11914319" y="741909"/>
                  <a:pt x="11890686" y="732766"/>
                </a:cubicBezTo>
                <a:cubicBezTo>
                  <a:pt x="11832408" y="747890"/>
                  <a:pt x="11815359" y="777569"/>
                  <a:pt x="11782413" y="769868"/>
                </a:cubicBezTo>
                <a:cubicBezTo>
                  <a:pt x="11760031" y="763594"/>
                  <a:pt x="11675205" y="777151"/>
                  <a:pt x="11649954" y="749628"/>
                </a:cubicBezTo>
                <a:cubicBezTo>
                  <a:pt x="11608286" y="767874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256313" y="713012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1036836" y="722990"/>
                  <a:pt x="10909903" y="759211"/>
                  <a:pt x="10884013" y="760728"/>
                </a:cubicBezTo>
                <a:cubicBezTo>
                  <a:pt x="10864519" y="743356"/>
                  <a:pt x="10853492" y="756172"/>
                  <a:pt x="10834688" y="757726"/>
                </a:cubicBezTo>
                <a:cubicBezTo>
                  <a:pt x="10826871" y="747343"/>
                  <a:pt x="10811086" y="746602"/>
                  <a:pt x="10805004" y="757573"/>
                </a:cubicBezTo>
                <a:cubicBezTo>
                  <a:pt x="10810951" y="784448"/>
                  <a:pt x="10744688" y="759043"/>
                  <a:pt x="10739478" y="776841"/>
                </a:cubicBezTo>
                <a:cubicBezTo>
                  <a:pt x="10678284" y="779408"/>
                  <a:pt x="10540854" y="756546"/>
                  <a:pt x="10458762" y="755400"/>
                </a:cubicBezTo>
                <a:cubicBezTo>
                  <a:pt x="10426976" y="747433"/>
                  <a:pt x="10362961" y="776166"/>
                  <a:pt x="10246919" y="769960"/>
                </a:cubicBezTo>
                <a:cubicBezTo>
                  <a:pt x="10231631" y="763610"/>
                  <a:pt x="10172943" y="749095"/>
                  <a:pt x="10167995" y="760843"/>
                </a:cubicBezTo>
                <a:cubicBezTo>
                  <a:pt x="10131971" y="759999"/>
                  <a:pt x="10021683" y="796978"/>
                  <a:pt x="9997044" y="780129"/>
                </a:cubicBezTo>
                <a:cubicBezTo>
                  <a:pt x="10001018" y="806225"/>
                  <a:pt x="9951331" y="779975"/>
                  <a:pt x="9943887" y="804141"/>
                </a:cubicBezTo>
                <a:lnTo>
                  <a:pt x="9918248" y="816628"/>
                </a:lnTo>
                <a:lnTo>
                  <a:pt x="9836148" y="858312"/>
                </a:lnTo>
                <a:lnTo>
                  <a:pt x="9823800" y="866604"/>
                </a:lnTo>
                <a:lnTo>
                  <a:pt x="9794684" y="864509"/>
                </a:lnTo>
                <a:lnTo>
                  <a:pt x="9778288" y="854362"/>
                </a:lnTo>
                <a:lnTo>
                  <a:pt x="9773886" y="857543"/>
                </a:lnTo>
                <a:cubicBezTo>
                  <a:pt x="9769008" y="863842"/>
                  <a:pt x="9766501" y="867741"/>
                  <a:pt x="9761459" y="862394"/>
                </a:cubicBezTo>
                <a:lnTo>
                  <a:pt x="9705768" y="894610"/>
                </a:lnTo>
                <a:cubicBezTo>
                  <a:pt x="9699860" y="897215"/>
                  <a:pt x="9692576" y="897590"/>
                  <a:pt x="9683005" y="894128"/>
                </a:cubicBezTo>
                <a:cubicBezTo>
                  <a:pt x="9664449" y="898200"/>
                  <a:pt x="9612100" y="914263"/>
                  <a:pt x="9594438" y="919051"/>
                </a:cubicBezTo>
                <a:lnTo>
                  <a:pt x="9577033" y="922857"/>
                </a:lnTo>
                <a:cubicBezTo>
                  <a:pt x="9568659" y="926175"/>
                  <a:pt x="9551353" y="936082"/>
                  <a:pt x="9544189" y="938966"/>
                </a:cubicBezTo>
                <a:cubicBezTo>
                  <a:pt x="9538380" y="940584"/>
                  <a:pt x="9541329" y="937538"/>
                  <a:pt x="9534048" y="940158"/>
                </a:cubicBezTo>
                <a:cubicBezTo>
                  <a:pt x="9533709" y="946069"/>
                  <a:pt x="9530854" y="951684"/>
                  <a:pt x="9500499" y="954680"/>
                </a:cubicBezTo>
                <a:cubicBezTo>
                  <a:pt x="9481230" y="968165"/>
                  <a:pt x="9456325" y="979029"/>
                  <a:pt x="9428195" y="986225"/>
                </a:cubicBezTo>
                <a:cubicBezTo>
                  <a:pt x="9422499" y="981315"/>
                  <a:pt x="9414660" y="991352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10581" y="1024474"/>
                  <a:pt x="9345163" y="981210"/>
                  <a:pt x="9301293" y="1011593"/>
                </a:cubicBezTo>
                <a:cubicBezTo>
                  <a:pt x="9292916" y="1014346"/>
                  <a:pt x="9285483" y="1013807"/>
                  <a:pt x="9278619" y="1011878"/>
                </a:cubicBezTo>
                <a:lnTo>
                  <a:pt x="9268019" y="1007442"/>
                </a:lnTo>
                <a:lnTo>
                  <a:pt x="9234662" y="1023056"/>
                </a:lnTo>
                <a:cubicBezTo>
                  <a:pt x="9217868" y="1029197"/>
                  <a:pt x="9199852" y="1034202"/>
                  <a:pt x="9181033" y="1037921"/>
                </a:cubicBezTo>
                <a:cubicBezTo>
                  <a:pt x="9174974" y="1030923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021681" y="1079910"/>
                  <a:pt x="9076377" y="1024799"/>
                  <a:pt x="9012987" y="1061986"/>
                </a:cubicBezTo>
                <a:lnTo>
                  <a:pt x="8968445" y="1052169"/>
                </a:lnTo>
                <a:lnTo>
                  <a:pt x="8958984" y="1057212"/>
                </a:lnTo>
                <a:cubicBezTo>
                  <a:pt x="8920115" y="1062770"/>
                  <a:pt x="8906181" y="1053838"/>
                  <a:pt x="8886001" y="1067468"/>
                </a:cubicBezTo>
                <a:cubicBezTo>
                  <a:pt x="8847384" y="1050046"/>
                  <a:pt x="8863283" y="1068286"/>
                  <a:pt x="8838610" y="1075091"/>
                </a:cubicBezTo>
                <a:cubicBezTo>
                  <a:pt x="8816007" y="1080079"/>
                  <a:pt x="8773923" y="1092257"/>
                  <a:pt x="8750383" y="1097387"/>
                </a:cubicBezTo>
                <a:cubicBezTo>
                  <a:pt x="8735450" y="1116502"/>
                  <a:pt x="8721220" y="1097372"/>
                  <a:pt x="8697365" y="1105869"/>
                </a:cubicBezTo>
                <a:cubicBezTo>
                  <a:pt x="8687037" y="1113735"/>
                  <a:pt x="8678781" y="1115961"/>
                  <a:pt x="8665605" y="1110791"/>
                </a:cubicBezTo>
                <a:cubicBezTo>
                  <a:pt x="8618410" y="1148662"/>
                  <a:pt x="8633049" y="1116609"/>
                  <a:pt x="8584946" y="1135226"/>
                </a:cubicBezTo>
                <a:cubicBezTo>
                  <a:pt x="8544020" y="1153499"/>
                  <a:pt x="8496232" y="1168229"/>
                  <a:pt x="8460755" y="1203427"/>
                </a:cubicBezTo>
                <a:cubicBezTo>
                  <a:pt x="8454928" y="1212828"/>
                  <a:pt x="8436573" y="1218574"/>
                  <a:pt x="8419755" y="1216260"/>
                </a:cubicBezTo>
                <a:cubicBezTo>
                  <a:pt x="8416861" y="1215863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253233" y="1266996"/>
                  <a:pt x="8218383" y="1257577"/>
                  <a:pt x="8206287" y="1273060"/>
                </a:cubicBezTo>
                <a:cubicBezTo>
                  <a:pt x="8200396" y="1262794"/>
                  <a:pt x="8183827" y="1285000"/>
                  <a:pt x="8168705" y="1279956"/>
                </a:cubicBezTo>
                <a:cubicBezTo>
                  <a:pt x="8157611" y="1275235"/>
                  <a:pt x="8149996" y="1280870"/>
                  <a:pt x="8139997" y="1282713"/>
                </a:cubicBezTo>
                <a:cubicBezTo>
                  <a:pt x="8125566" y="1279776"/>
                  <a:pt x="8084128" y="1294221"/>
                  <a:pt x="8074238" y="1301895"/>
                </a:cubicBezTo>
                <a:cubicBezTo>
                  <a:pt x="8052170" y="1326903"/>
                  <a:pt x="7986951" y="1319381"/>
                  <a:pt x="7968292" y="1338779"/>
                </a:cubicBezTo>
                <a:cubicBezTo>
                  <a:pt x="7960694" y="1342282"/>
                  <a:pt x="7952937" y="1344333"/>
                  <a:pt x="7945122" y="1345477"/>
                </a:cubicBezTo>
                <a:lnTo>
                  <a:pt x="7922771" y="1346645"/>
                </a:lnTo>
                <a:lnTo>
                  <a:pt x="7915461" y="1342919"/>
                </a:lnTo>
                <a:lnTo>
                  <a:pt x="7902328" y="1345865"/>
                </a:lnTo>
                <a:lnTo>
                  <a:pt x="7898322" y="1345689"/>
                </a:lnTo>
                <a:lnTo>
                  <a:pt x="7875879" y="1345646"/>
                </a:lnTo>
                <a:cubicBezTo>
                  <a:pt x="7890672" y="1367295"/>
                  <a:pt x="7816428" y="1353520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87405" y="1382806"/>
                  <a:pt x="7548172" y="1417460"/>
                </a:cubicBezTo>
                <a:cubicBezTo>
                  <a:pt x="7551327" y="1405830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213486" y="1580987"/>
                </a:lnTo>
                <a:lnTo>
                  <a:pt x="7210972" y="1580856"/>
                </a:lnTo>
                <a:lnTo>
                  <a:pt x="7183121" y="1595162"/>
                </a:lnTo>
                <a:lnTo>
                  <a:pt x="7164601" y="1606490"/>
                </a:lnTo>
                <a:lnTo>
                  <a:pt x="7159286" y="1606850"/>
                </a:lnTo>
                <a:cubicBezTo>
                  <a:pt x="7150961" y="1609262"/>
                  <a:pt x="7125743" y="1618162"/>
                  <a:pt x="7114651" y="1620959"/>
                </a:cubicBezTo>
                <a:cubicBezTo>
                  <a:pt x="7109310" y="1606138"/>
                  <a:pt x="7106695" y="1617324"/>
                  <a:pt x="7092727" y="1623628"/>
                </a:cubicBezTo>
                <a:cubicBezTo>
                  <a:pt x="7081313" y="1602012"/>
                  <a:pt x="7049394" y="1627301"/>
                  <a:pt x="7031309" y="1619451"/>
                </a:cubicBezTo>
                <a:cubicBezTo>
                  <a:pt x="7021305" y="1624569"/>
                  <a:pt x="7010515" y="1629587"/>
                  <a:pt x="6999084" y="1634317"/>
                </a:cubicBezTo>
                <a:lnTo>
                  <a:pt x="6992107" y="1636860"/>
                </a:lnTo>
                <a:lnTo>
                  <a:pt x="6991765" y="1636725"/>
                </a:lnTo>
                <a:cubicBezTo>
                  <a:pt x="6989813" y="1636884"/>
                  <a:pt x="6987353" y="1637572"/>
                  <a:pt x="6983996" y="1639040"/>
                </a:cubicBezTo>
                <a:lnTo>
                  <a:pt x="6979383" y="1641496"/>
                </a:lnTo>
                <a:lnTo>
                  <a:pt x="6900177" y="1636016"/>
                </a:ln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19334" y="1664040"/>
                  <a:pt x="6608179" y="1654034"/>
                  <a:pt x="6587857" y="1665769"/>
                </a:cubicBezTo>
                <a:lnTo>
                  <a:pt x="6554894" y="1664428"/>
                </a:lnTo>
                <a:lnTo>
                  <a:pt x="6551579" y="1662213"/>
                </a:lnTo>
                <a:lnTo>
                  <a:pt x="6545693" y="1661776"/>
                </a:lnTo>
                <a:lnTo>
                  <a:pt x="6530561" y="1664619"/>
                </a:lnTo>
                <a:lnTo>
                  <a:pt x="6525028" y="1666354"/>
                </a:lnTo>
                <a:cubicBezTo>
                  <a:pt x="6521154" y="1667301"/>
                  <a:pt x="6518510" y="1667613"/>
                  <a:pt x="6516595" y="1667475"/>
                </a:cubicBezTo>
                <a:lnTo>
                  <a:pt x="6516340" y="1667291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57809" y="1668164"/>
                  <a:pt x="6415506" y="1688334"/>
                  <a:pt x="6415265" y="1665317"/>
                </a:cubicBezTo>
                <a:cubicBezTo>
                  <a:pt x="6399063" y="1669446"/>
                  <a:pt x="6391173" y="1680085"/>
                  <a:pt x="6393343" y="1664672"/>
                </a:cubicBezTo>
                <a:lnTo>
                  <a:pt x="6380457" y="1662376"/>
                </a:lnTo>
                <a:lnTo>
                  <a:pt x="6280959" y="1689329"/>
                </a:lnTo>
                <a:lnTo>
                  <a:pt x="6266765" y="1695560"/>
                </a:lnTo>
                <a:cubicBezTo>
                  <a:pt x="6262331" y="1698152"/>
                  <a:pt x="6258580" y="1701192"/>
                  <a:pt x="6255823" y="1704850"/>
                </a:cubicBezTo>
                <a:cubicBezTo>
                  <a:pt x="6200184" y="1694834"/>
                  <a:pt x="6155082" y="1716996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99949" y="1814490"/>
                </a:lnTo>
                <a:lnTo>
                  <a:pt x="5453307" y="1815450"/>
                </a:lnTo>
                <a:cubicBezTo>
                  <a:pt x="5433075" y="1827706"/>
                  <a:pt x="5395563" y="1821122"/>
                  <a:pt x="5364192" y="1826074"/>
                </a:cubicBezTo>
                <a:lnTo>
                  <a:pt x="5350380" y="1830891"/>
                </a:lnTo>
                <a:lnTo>
                  <a:pt x="5259633" y="1837160"/>
                </a:lnTo>
                <a:lnTo>
                  <a:pt x="5197513" y="1844718"/>
                </a:lnTo>
                <a:lnTo>
                  <a:pt x="5184170" y="1849402"/>
                </a:lnTo>
                <a:lnTo>
                  <a:pt x="5168852" y="1844846"/>
                </a:lnTo>
                <a:cubicBezTo>
                  <a:pt x="5166986" y="1843561"/>
                  <a:pt x="5165478" y="1842127"/>
                  <a:pt x="5164370" y="1840597"/>
                </a:cubicBezTo>
                <a:lnTo>
                  <a:pt x="5114927" y="1847827"/>
                </a:ln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63743" y="1799478"/>
                  <a:pt x="4655044" y="1795479"/>
                  <a:pt x="4647449" y="1793181"/>
                </a:cubicBezTo>
                <a:lnTo>
                  <a:pt x="4645504" y="1787606"/>
                </a:lnTo>
                <a:lnTo>
                  <a:pt x="4632229" y="1785815"/>
                </a:lnTo>
                <a:lnTo>
                  <a:pt x="4629273" y="1784355"/>
                </a:lnTo>
                <a:cubicBezTo>
                  <a:pt x="4623639" y="1781544"/>
                  <a:pt x="4617950" y="1778917"/>
                  <a:pt x="4611738" y="1776964"/>
                </a:cubicBezTo>
                <a:cubicBezTo>
                  <a:pt x="4601379" y="1800272"/>
                  <a:pt x="4557197" y="1764196"/>
                  <a:pt x="4560070" y="1785640"/>
                </a:cubicBezTo>
                <a:lnTo>
                  <a:pt x="4536503" y="1785334"/>
                </a:lnTo>
                <a:lnTo>
                  <a:pt x="4513724" y="1791996"/>
                </a:lnTo>
                <a:lnTo>
                  <a:pt x="4501513" y="1799835"/>
                </a:lnTo>
                <a:lnTo>
                  <a:pt x="4459076" y="1813003"/>
                </a:lnTo>
                <a:lnTo>
                  <a:pt x="4459810" y="1797886"/>
                </a:lnTo>
                <a:lnTo>
                  <a:pt x="4379064" y="1817177"/>
                </a:lnTo>
                <a:lnTo>
                  <a:pt x="4319209" y="1834833"/>
                </a:lnTo>
                <a:lnTo>
                  <a:pt x="4306907" y="1841641"/>
                </a:lnTo>
                <a:lnTo>
                  <a:pt x="4290981" y="1839677"/>
                </a:lnTo>
                <a:cubicBezTo>
                  <a:pt x="4288909" y="1838717"/>
                  <a:pt x="4287163" y="1837555"/>
                  <a:pt x="4285792" y="1836231"/>
                </a:cubicBezTo>
                <a:lnTo>
                  <a:pt x="4238372" y="1851480"/>
                </a:ln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84875" y="1878116"/>
                  <a:pt x="3775574" y="1875612"/>
                  <a:pt x="3767672" y="1874600"/>
                </a:cubicBezTo>
                <a:lnTo>
                  <a:pt x="3764741" y="1869433"/>
                </a:lnTo>
                <a:lnTo>
                  <a:pt x="3751332" y="1869854"/>
                </a:lnTo>
                <a:lnTo>
                  <a:pt x="3748155" y="1868903"/>
                </a:lnTo>
                <a:cubicBezTo>
                  <a:pt x="3742091" y="1867062"/>
                  <a:pt x="3736007" y="1865414"/>
                  <a:pt x="3729530" y="1864513"/>
                </a:cubicBezTo>
                <a:cubicBezTo>
                  <a:pt x="3723549" y="1889158"/>
                  <a:pt x="3673453" y="1860919"/>
                  <a:pt x="3680177" y="1881552"/>
                </a:cubicBezTo>
                <a:cubicBezTo>
                  <a:pt x="3643549" y="1880892"/>
                  <a:pt x="3599470" y="1913398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228353" y="1917339"/>
                  <a:pt x="3163854" y="1927961"/>
                  <a:pt x="3123424" y="1952930"/>
                </a:cubicBezTo>
                <a:cubicBezTo>
                  <a:pt x="3067921" y="1955455"/>
                  <a:pt x="3058626" y="1970554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80071" y="1972988"/>
                </a:lnTo>
                <a:lnTo>
                  <a:pt x="2978094" y="1972369"/>
                </a:ln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72808" y="1994277"/>
                  <a:pt x="2869648" y="1993306"/>
                  <a:pt x="2864145" y="1994061"/>
                </a:cubicBezTo>
                <a:cubicBezTo>
                  <a:pt x="2872218" y="1978115"/>
                  <a:pt x="2860603" y="1988862"/>
                  <a:pt x="2843662" y="1992498"/>
                </a:cubicBezTo>
                <a:cubicBezTo>
                  <a:pt x="2852423" y="1968542"/>
                  <a:pt x="2804535" y="1987804"/>
                  <a:pt x="2796128" y="1976403"/>
                </a:cubicBezTo>
                <a:cubicBezTo>
                  <a:pt x="2783487" y="1979614"/>
                  <a:pt x="2770278" y="1982573"/>
                  <a:pt x="2756784" y="1985116"/>
                </a:cubicBezTo>
                <a:lnTo>
                  <a:pt x="2748833" y="1986323"/>
                </a:lnTo>
                <a:cubicBezTo>
                  <a:pt x="2748775" y="1986256"/>
                  <a:pt x="2748719" y="1986188"/>
                  <a:pt x="2748661" y="1986122"/>
                </a:cubicBezTo>
                <a:cubicBezTo>
                  <a:pt x="2746906" y="1985902"/>
                  <a:pt x="2744280" y="1986117"/>
                  <a:pt x="2740251" y="1986946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680597" y="1984996"/>
                </a:lnTo>
                <a:cubicBezTo>
                  <a:pt x="2658416" y="1985461"/>
                  <a:pt x="2612251" y="1988312"/>
                  <a:pt x="2578178" y="1990531"/>
                </a:cubicBezTo>
                <a:cubicBezTo>
                  <a:pt x="2545413" y="1998704"/>
                  <a:pt x="2513846" y="1994934"/>
                  <a:pt x="2476147" y="1998305"/>
                </a:cubicBezTo>
                <a:cubicBezTo>
                  <a:pt x="2437134" y="2013637"/>
                  <a:pt x="2413847" y="1999542"/>
                  <a:pt x="2373568" y="2003219"/>
                </a:cubicBezTo>
                <a:cubicBezTo>
                  <a:pt x="2341422" y="2024631"/>
                  <a:pt x="2342856" y="1992997"/>
                  <a:pt x="2321399" y="1989467"/>
                </a:cubicBezTo>
                <a:lnTo>
                  <a:pt x="2315525" y="1989708"/>
                </a:lnTo>
                <a:lnTo>
                  <a:pt x="2300792" y="1994290"/>
                </a:lnTo>
                <a:lnTo>
                  <a:pt x="2295469" y="1996659"/>
                </a:lnTo>
                <a:cubicBezTo>
                  <a:pt x="2291722" y="1998049"/>
                  <a:pt x="2289127" y="1998665"/>
                  <a:pt x="2287219" y="1998750"/>
                </a:cubicBezTo>
                <a:lnTo>
                  <a:pt x="2286948" y="1998596"/>
                </a:lnTo>
                <a:lnTo>
                  <a:pt x="2243069" y="2015111"/>
                </a:lnTo>
                <a:cubicBezTo>
                  <a:pt x="2229030" y="2006206"/>
                  <a:pt x="2188966" y="2031217"/>
                  <a:pt x="2186609" y="2008263"/>
                </a:cubicBezTo>
                <a:cubicBezTo>
                  <a:pt x="2170936" y="2014251"/>
                  <a:pt x="2164097" y="2025782"/>
                  <a:pt x="2164831" y="2010143"/>
                </a:cubicBezTo>
                <a:cubicBezTo>
                  <a:pt x="2159536" y="2011705"/>
                  <a:pt x="2155830" y="2011340"/>
                  <a:pt x="2152836" y="2010048"/>
                </a:cubicBezTo>
                <a:lnTo>
                  <a:pt x="2117102" y="2023004"/>
                </a:lnTo>
                <a:lnTo>
                  <a:pt x="2111935" y="2023163"/>
                </a:lnTo>
                <a:lnTo>
                  <a:pt x="2089991" y="2034193"/>
                </a:lnTo>
                <a:lnTo>
                  <a:pt x="2058061" y="2047942"/>
                </a:lnTo>
                <a:lnTo>
                  <a:pt x="2055737" y="2047704"/>
                </a:lnTo>
                <a:lnTo>
                  <a:pt x="2042244" y="2055560"/>
                </a:lnTo>
                <a:cubicBezTo>
                  <a:pt x="2038090" y="2058656"/>
                  <a:pt x="1978623" y="2070285"/>
                  <a:pt x="1976224" y="2074257"/>
                </a:cubicBezTo>
                <a:cubicBezTo>
                  <a:pt x="1920172" y="2070662"/>
                  <a:pt x="1933546" y="2089824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402655" y="2224964"/>
                  <a:pt x="1409212" y="2231152"/>
                  <a:pt x="1398481" y="2237074"/>
                </a:cubicBezTo>
                <a:cubicBezTo>
                  <a:pt x="1398456" y="2237082"/>
                  <a:pt x="1398432" y="2237089"/>
                  <a:pt x="1398407" y="2237095"/>
                </a:cubicBezTo>
                <a:lnTo>
                  <a:pt x="1370962" y="2237474"/>
                </a:lnTo>
                <a:lnTo>
                  <a:pt x="1356367" y="2235089"/>
                </a:lnTo>
                <a:cubicBezTo>
                  <a:pt x="1346056" y="2233320"/>
                  <a:pt x="1335986" y="2231930"/>
                  <a:pt x="1324828" y="2231968"/>
                </a:cubicBezTo>
                <a:lnTo>
                  <a:pt x="1297744" y="2235849"/>
                </a:lnTo>
                <a:lnTo>
                  <a:pt x="1286236" y="2233135"/>
                </a:lnTo>
                <a:lnTo>
                  <a:pt x="1283504" y="2233797"/>
                </a:lnTo>
                <a:lnTo>
                  <a:pt x="1279765" y="2229639"/>
                </a:ln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64984" y="2224767"/>
                  <a:pt x="812914" y="2202752"/>
                </a:cubicBezTo>
                <a:cubicBezTo>
                  <a:pt x="809419" y="2205714"/>
                  <a:pt x="805091" y="2207855"/>
                  <a:pt x="800195" y="2209407"/>
                </a:cubicBezTo>
                <a:lnTo>
                  <a:pt x="784978" y="2212360"/>
                </a:lnTo>
                <a:lnTo>
                  <a:pt x="681987" y="2216757"/>
                </a:lnTo>
                <a:lnTo>
                  <a:pt x="669923" y="2211682"/>
                </a:lnTo>
                <a:cubicBezTo>
                  <a:pt x="675432" y="2197125"/>
                  <a:pt x="665394" y="2205767"/>
                  <a:pt x="648680" y="2206229"/>
                </a:cubicBezTo>
                <a:cubicBezTo>
                  <a:pt x="653511" y="2183723"/>
                  <a:pt x="607806" y="2194090"/>
                  <a:pt x="597225" y="2180999"/>
                </a:cubicBezTo>
                <a:cubicBezTo>
                  <a:pt x="584838" y="2181847"/>
                  <a:pt x="571827" y="2182333"/>
                  <a:pt x="558449" y="2182346"/>
                </a:cubicBezTo>
                <a:lnTo>
                  <a:pt x="550517" y="2182060"/>
                </a:lnTo>
                <a:lnTo>
                  <a:pt x="550309" y="2181825"/>
                </a:lnTo>
                <a:cubicBezTo>
                  <a:pt x="548471" y="2181269"/>
                  <a:pt x="545824" y="2180990"/>
                  <a:pt x="541836" y="2181063"/>
                </a:cubicBezTo>
                <a:lnTo>
                  <a:pt x="536057" y="2181537"/>
                </a:lnTo>
                <a:lnTo>
                  <a:pt x="520671" y="2180980"/>
                </a:lnTo>
                <a:lnTo>
                  <a:pt x="515024" y="2179258"/>
                </a:lnTo>
                <a:lnTo>
                  <a:pt x="512278" y="2176369"/>
                </a:lnTo>
                <a:lnTo>
                  <a:pt x="480419" y="2167807"/>
                </a:lnTo>
                <a:cubicBezTo>
                  <a:pt x="458012" y="2174781"/>
                  <a:pt x="449332" y="2162566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36093" y="2150634"/>
                  <a:pt x="209811" y="2132011"/>
                  <a:pt x="169207" y="2128100"/>
                </a:cubicBezTo>
                <a:lnTo>
                  <a:pt x="93149" y="2105324"/>
                </a:lnTo>
                <a:lnTo>
                  <a:pt x="88109" y="2106704"/>
                </a:lnTo>
                <a:cubicBezTo>
                  <a:pt x="84511" y="2107398"/>
                  <a:pt x="81960" y="2107528"/>
                  <a:pt x="80022" y="2107254"/>
                </a:cubicBezTo>
                <a:lnTo>
                  <a:pt x="79717" y="2107046"/>
                </a:lnTo>
                <a:lnTo>
                  <a:pt x="72352" y="2107991"/>
                </a:lnTo>
                <a:cubicBezTo>
                  <a:pt x="60160" y="2110089"/>
                  <a:pt x="48530" y="2112610"/>
                  <a:pt x="37645" y="2115401"/>
                </a:cubicBez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952055-69C9-1466-FDF3-10BCD9537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IN" b="1" dirty="0"/>
              <a:t>Tools &amp; Technologies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01A971-CEBD-4E4B-8529-3BB4F4100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0460" y="6189260"/>
            <a:ext cx="7831541" cy="668740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7FBEFE-FC6B-395F-62BA-9356AB2EEF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6331802"/>
              </p:ext>
            </p:extLst>
          </p:nvPr>
        </p:nvGraphicFramePr>
        <p:xfrm>
          <a:off x="1050925" y="1825625"/>
          <a:ext cx="9810750" cy="4429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09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2FEA5-F1C6-67AA-6ACA-F47422596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27" y="581025"/>
            <a:ext cx="10670956" cy="53583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N" sz="2700" b="1" dirty="0"/>
              <a:t>Executive Summary</a:t>
            </a:r>
            <a:br>
              <a:rPr lang="en-IN" sz="2400" b="1" dirty="0"/>
            </a:br>
            <a:br>
              <a:rPr lang="en-IN" sz="2400" b="1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B0C83-206C-01D6-4F19-C490264B3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28" y="762000"/>
            <a:ext cx="8620097" cy="55149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b="1" dirty="0"/>
              <a:t> </a:t>
            </a:r>
          </a:p>
          <a:p>
            <a:pPr>
              <a:lnSpc>
                <a:spcPct val="90000"/>
              </a:lnSpc>
            </a:pPr>
            <a:r>
              <a:rPr lang="en-IN" b="1" dirty="0"/>
              <a:t>Total Sales:</a:t>
            </a:r>
            <a:r>
              <a:rPr lang="en-IN" dirty="0"/>
              <a:t> $934.7K achieved across all operating segments.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dirty="0"/>
              <a:t>Total sales = SUM('</a:t>
            </a:r>
            <a:r>
              <a:rPr lang="en-IN" dirty="0" err="1"/>
              <a:t>BlinkIT</a:t>
            </a:r>
            <a:r>
              <a:rPr lang="en-IN" dirty="0"/>
              <a:t> Grocery Data'[Sales])</a:t>
            </a:r>
          </a:p>
          <a:p>
            <a:pPr marL="0" indent="0">
              <a:lnSpc>
                <a:spcPct val="90000"/>
              </a:lnSpc>
              <a:buNone/>
            </a:pPr>
            <a:endParaRPr lang="en-IN" dirty="0"/>
          </a:p>
          <a:p>
            <a:pPr>
              <a:lnSpc>
                <a:spcPct val="90000"/>
              </a:lnSpc>
            </a:pPr>
            <a:r>
              <a:rPr lang="en-IN" b="1" dirty="0"/>
              <a:t>Average Sales Value:</a:t>
            </a:r>
            <a:r>
              <a:rPr lang="en-IN" dirty="0"/>
              <a:t> $141 per transaction.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dirty="0"/>
              <a:t> </a:t>
            </a:r>
            <a:r>
              <a:rPr lang="en-IN" dirty="0" err="1"/>
              <a:t>Avg</a:t>
            </a:r>
            <a:r>
              <a:rPr lang="en-IN" dirty="0"/>
              <a:t> sales = AVERAGE('</a:t>
            </a:r>
            <a:r>
              <a:rPr lang="en-IN" dirty="0" err="1"/>
              <a:t>BlinkIT</a:t>
            </a:r>
            <a:r>
              <a:rPr lang="en-IN" dirty="0"/>
              <a:t> Grocery Data'[Sales])</a:t>
            </a:r>
          </a:p>
          <a:p>
            <a:pPr marL="0" indent="0">
              <a:lnSpc>
                <a:spcPct val="90000"/>
              </a:lnSpc>
              <a:buNone/>
            </a:pPr>
            <a:endParaRPr lang="en-IN" dirty="0"/>
          </a:p>
          <a:p>
            <a:pPr>
              <a:lnSpc>
                <a:spcPct val="90000"/>
              </a:lnSpc>
            </a:pPr>
            <a:r>
              <a:rPr lang="en-IN" b="1" dirty="0"/>
              <a:t>Total Inventory:</a:t>
            </a:r>
            <a:r>
              <a:rPr lang="en-IN" dirty="0"/>
              <a:t> 6,610 distinct items managed in the system.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dirty="0"/>
              <a:t>No Of Items = COUNTROWS( '</a:t>
            </a:r>
            <a:r>
              <a:rPr lang="en-IN" dirty="0" err="1"/>
              <a:t>BlinkIT</a:t>
            </a:r>
            <a:r>
              <a:rPr lang="en-IN" dirty="0"/>
              <a:t> Grocery Data’)</a:t>
            </a:r>
          </a:p>
          <a:p>
            <a:pPr marL="0" indent="0">
              <a:lnSpc>
                <a:spcPct val="90000"/>
              </a:lnSpc>
              <a:buNone/>
            </a:pPr>
            <a:endParaRPr lang="en-IN" dirty="0"/>
          </a:p>
          <a:p>
            <a:pPr>
              <a:lnSpc>
                <a:spcPct val="90000"/>
              </a:lnSpc>
            </a:pPr>
            <a:r>
              <a:rPr lang="en-IN" b="1" dirty="0"/>
              <a:t>Customer Satisfaction:</a:t>
            </a:r>
            <a:r>
              <a:rPr lang="en-IN" dirty="0"/>
              <a:t> Strong average rating of 3.9 out of 5 stars.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dirty="0"/>
              <a:t>   </a:t>
            </a:r>
            <a:r>
              <a:rPr lang="en-IN" dirty="0" err="1"/>
              <a:t>Avg</a:t>
            </a:r>
            <a:r>
              <a:rPr lang="en-IN" dirty="0"/>
              <a:t> Rating = AVERAGE('</a:t>
            </a:r>
            <a:r>
              <a:rPr lang="en-IN" dirty="0" err="1"/>
              <a:t>BlinkIT</a:t>
            </a:r>
            <a:r>
              <a:rPr lang="en-IN" dirty="0"/>
              <a:t> Grocery Data'[Rating])</a:t>
            </a:r>
          </a:p>
          <a:p>
            <a:pPr marL="0" indent="0">
              <a:lnSpc>
                <a:spcPct val="90000"/>
              </a:lnSpc>
              <a:buNone/>
            </a:pPr>
            <a:endParaRPr lang="en-IN" dirty="0"/>
          </a:p>
          <a:p>
            <a:pPr marL="0" indent="0">
              <a:lnSpc>
                <a:spcPct val="90000"/>
              </a:lnSpc>
              <a:buNone/>
            </a:pPr>
            <a:r>
              <a:rPr lang="en-IN" dirty="0"/>
              <a:t>💡 </a:t>
            </a:r>
            <a:r>
              <a:rPr lang="en-IN" b="1" dirty="0"/>
              <a:t>Visual Components Used: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b="1" dirty="0"/>
              <a:t>Card Visuals (KPI Blocks):</a:t>
            </a:r>
            <a:r>
              <a:rPr lang="en-IN" dirty="0"/>
              <a:t> Used to isolate and highlight single, critical numbers. This instantly gives executives the bottom-line health of the business without clutter.</a:t>
            </a:r>
          </a:p>
          <a:p>
            <a:pPr>
              <a:lnSpc>
                <a:spcPct val="90000"/>
              </a:lnSpc>
            </a:pPr>
            <a:endParaRPr lang="en-IN" sz="14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38581-089D-4ACC-BE6D-984F3EFD6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752" y="877210"/>
            <a:ext cx="4962921" cy="306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CE8BBC4-555B-4EEA-8B5C-5B44656F9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3229F-1648-8AFA-C33E-2E9C06B9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82602"/>
            <a:ext cx="5004776" cy="2413425"/>
          </a:xfrm>
        </p:spPr>
        <p:txBody>
          <a:bodyPr>
            <a:normAutofit/>
          </a:bodyPr>
          <a:lstStyle/>
          <a:p>
            <a:pPr algn="ctr"/>
            <a:r>
              <a:rPr lang="en-IN" b="1"/>
              <a:t>Outlet Establishment &amp; Sales Evolution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4704DC3-DE99-4AC8-9945-00EF66EBB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1447" y="0"/>
            <a:ext cx="6200553" cy="6858000"/>
          </a:xfrm>
          <a:custGeom>
            <a:avLst/>
            <a:gdLst>
              <a:gd name="connsiteX0" fmla="*/ 509785 w 6292079"/>
              <a:gd name="connsiteY0" fmla="*/ 0 h 6858000"/>
              <a:gd name="connsiteX1" fmla="*/ 4089208 w 6292079"/>
              <a:gd name="connsiteY1" fmla="*/ 0 h 6858000"/>
              <a:gd name="connsiteX2" fmla="*/ 4500513 w 6292079"/>
              <a:gd name="connsiteY2" fmla="*/ 0 h 6858000"/>
              <a:gd name="connsiteX3" fmla="*/ 4642260 w 6292079"/>
              <a:gd name="connsiteY3" fmla="*/ 0 h 6858000"/>
              <a:gd name="connsiteX4" fmla="*/ 6127274 w 6292079"/>
              <a:gd name="connsiteY4" fmla="*/ 0 h 6858000"/>
              <a:gd name="connsiteX5" fmla="*/ 6292079 w 6292079"/>
              <a:gd name="connsiteY5" fmla="*/ 0 h 6858000"/>
              <a:gd name="connsiteX6" fmla="*/ 6292079 w 6292079"/>
              <a:gd name="connsiteY6" fmla="*/ 6858000 h 6858000"/>
              <a:gd name="connsiteX7" fmla="*/ 6127274 w 6292079"/>
              <a:gd name="connsiteY7" fmla="*/ 6858000 h 6858000"/>
              <a:gd name="connsiteX8" fmla="*/ 4642260 w 6292079"/>
              <a:gd name="connsiteY8" fmla="*/ 6858000 h 6858000"/>
              <a:gd name="connsiteX9" fmla="*/ 4500513 w 6292079"/>
              <a:gd name="connsiteY9" fmla="*/ 6858000 h 6858000"/>
              <a:gd name="connsiteX10" fmla="*/ 4089208 w 6292079"/>
              <a:gd name="connsiteY10" fmla="*/ 6858000 h 6858000"/>
              <a:gd name="connsiteX11" fmla="*/ 435967 w 6292079"/>
              <a:gd name="connsiteY11" fmla="*/ 6858000 h 6858000"/>
              <a:gd name="connsiteX12" fmla="*/ 439099 w 6292079"/>
              <a:gd name="connsiteY12" fmla="*/ 6835478 h 6858000"/>
              <a:gd name="connsiteX13" fmla="*/ 443695 w 6292079"/>
              <a:gd name="connsiteY13" fmla="*/ 6725985 h 6858000"/>
              <a:gd name="connsiteX14" fmla="*/ 428041 w 6292079"/>
              <a:gd name="connsiteY14" fmla="*/ 6661430 h 6858000"/>
              <a:gd name="connsiteX15" fmla="*/ 376884 w 6292079"/>
              <a:gd name="connsiteY15" fmla="*/ 6504597 h 6858000"/>
              <a:gd name="connsiteX16" fmla="*/ 269239 w 6292079"/>
              <a:gd name="connsiteY16" fmla="*/ 6290076 h 6858000"/>
              <a:gd name="connsiteX17" fmla="*/ 219811 w 6292079"/>
              <a:gd name="connsiteY17" fmla="*/ 6127001 h 6858000"/>
              <a:gd name="connsiteX18" fmla="*/ 205094 w 6292079"/>
              <a:gd name="connsiteY18" fmla="*/ 6073766 h 6858000"/>
              <a:gd name="connsiteX19" fmla="*/ 150183 w 6292079"/>
              <a:gd name="connsiteY19" fmla="*/ 6014538 h 6858000"/>
              <a:gd name="connsiteX20" fmla="*/ 117093 w 6292079"/>
              <a:gd name="connsiteY20" fmla="*/ 5729681 h 6858000"/>
              <a:gd name="connsiteX21" fmla="*/ 46363 w 6292079"/>
              <a:gd name="connsiteY21" fmla="*/ 5613732 h 6858000"/>
              <a:gd name="connsiteX22" fmla="*/ 29717 w 6292079"/>
              <a:gd name="connsiteY22" fmla="*/ 5572630 h 6858000"/>
              <a:gd name="connsiteX23" fmla="*/ 32614 w 6292079"/>
              <a:gd name="connsiteY23" fmla="*/ 5564839 h 6858000"/>
              <a:gd name="connsiteX24" fmla="*/ 34209 w 6292079"/>
              <a:gd name="connsiteY24" fmla="*/ 5564057 h 6858000"/>
              <a:gd name="connsiteX25" fmla="*/ 17311 w 6292079"/>
              <a:gd name="connsiteY25" fmla="*/ 5442591 h 6858000"/>
              <a:gd name="connsiteX26" fmla="*/ 16750 w 6292079"/>
              <a:gd name="connsiteY26" fmla="*/ 5415829 h 6858000"/>
              <a:gd name="connsiteX27" fmla="*/ 18217 w 6292079"/>
              <a:gd name="connsiteY27" fmla="*/ 5412980 h 6858000"/>
              <a:gd name="connsiteX28" fmla="*/ 12055 w 6292079"/>
              <a:gd name="connsiteY28" fmla="*/ 5390064 h 6858000"/>
              <a:gd name="connsiteX29" fmla="*/ 0 w 6292079"/>
              <a:gd name="connsiteY29" fmla="*/ 5369830 h 6858000"/>
              <a:gd name="connsiteX30" fmla="*/ 32211 w 6292079"/>
              <a:gd name="connsiteY30" fmla="*/ 5145466 h 6858000"/>
              <a:gd name="connsiteX31" fmla="*/ 40891 w 6292079"/>
              <a:gd name="connsiteY31" fmla="*/ 4778922 h 6858000"/>
              <a:gd name="connsiteX32" fmla="*/ 16777 w 6292079"/>
              <a:gd name="connsiteY32" fmla="*/ 4554239 h 6858000"/>
              <a:gd name="connsiteX33" fmla="*/ 25115 w 6292079"/>
              <a:gd name="connsiteY33" fmla="*/ 4402702 h 6858000"/>
              <a:gd name="connsiteX34" fmla="*/ 8134 w 6292079"/>
              <a:gd name="connsiteY34" fmla="*/ 4331397 h 6858000"/>
              <a:gd name="connsiteX35" fmla="*/ 21852 w 6292079"/>
              <a:gd name="connsiteY35" fmla="*/ 4299998 h 6858000"/>
              <a:gd name="connsiteX36" fmla="*/ 24178 w 6292079"/>
              <a:gd name="connsiteY36" fmla="*/ 4280659 h 6858000"/>
              <a:gd name="connsiteX37" fmla="*/ 33357 w 6292079"/>
              <a:gd name="connsiteY37" fmla="*/ 4276475 h 6858000"/>
              <a:gd name="connsiteX38" fmla="*/ 42965 w 6292079"/>
              <a:gd name="connsiteY38" fmla="*/ 4248279 h 6858000"/>
              <a:gd name="connsiteX39" fmla="*/ 44865 w 6292079"/>
              <a:gd name="connsiteY39" fmla="*/ 4212329 h 6858000"/>
              <a:gd name="connsiteX40" fmla="*/ 44366 w 6292079"/>
              <a:gd name="connsiteY40" fmla="*/ 4040266 h 6858000"/>
              <a:gd name="connsiteX41" fmla="*/ 49504 w 6292079"/>
              <a:gd name="connsiteY41" fmla="*/ 3938016 h 6858000"/>
              <a:gd name="connsiteX42" fmla="*/ 59997 w 6292079"/>
              <a:gd name="connsiteY42" fmla="*/ 3900263 h 6858000"/>
              <a:gd name="connsiteX43" fmla="*/ 68907 w 6292079"/>
              <a:gd name="connsiteY43" fmla="*/ 3846813 h 6858000"/>
              <a:gd name="connsiteX44" fmla="*/ 75836 w 6292079"/>
              <a:gd name="connsiteY44" fmla="*/ 3715292 h 6858000"/>
              <a:gd name="connsiteX45" fmla="*/ 86775 w 6292079"/>
              <a:gd name="connsiteY45" fmla="*/ 3529044 h 6858000"/>
              <a:gd name="connsiteX46" fmla="*/ 93628 w 6292079"/>
              <a:gd name="connsiteY46" fmla="*/ 3521593 h 6858000"/>
              <a:gd name="connsiteX47" fmla="*/ 95551 w 6292079"/>
              <a:gd name="connsiteY47" fmla="*/ 3456775 h 6858000"/>
              <a:gd name="connsiteX48" fmla="*/ 58296 w 6292079"/>
              <a:gd name="connsiteY48" fmla="*/ 3224475 h 6858000"/>
              <a:gd name="connsiteX49" fmla="*/ 63270 w 6292079"/>
              <a:gd name="connsiteY49" fmla="*/ 3097947 h 6858000"/>
              <a:gd name="connsiteX50" fmla="*/ 72130 w 6292079"/>
              <a:gd name="connsiteY50" fmla="*/ 3053885 h 6858000"/>
              <a:gd name="connsiteX51" fmla="*/ 86532 w 6292079"/>
              <a:gd name="connsiteY51" fmla="*/ 2980007 h 6858000"/>
              <a:gd name="connsiteX52" fmla="*/ 111003 w 6292079"/>
              <a:gd name="connsiteY52" fmla="*/ 2914025 h 6858000"/>
              <a:gd name="connsiteX53" fmla="*/ 98482 w 6292079"/>
              <a:gd name="connsiteY53" fmla="*/ 2847042 h 6858000"/>
              <a:gd name="connsiteX54" fmla="*/ 97880 w 6292079"/>
              <a:gd name="connsiteY54" fmla="*/ 2789385 h 6858000"/>
              <a:gd name="connsiteX55" fmla="*/ 104654 w 6292079"/>
              <a:gd name="connsiteY55" fmla="*/ 2785130 h 6858000"/>
              <a:gd name="connsiteX56" fmla="*/ 105266 w 6292079"/>
              <a:gd name="connsiteY56" fmla="*/ 2777753 h 6858000"/>
              <a:gd name="connsiteX57" fmla="*/ 167835 w 6292079"/>
              <a:gd name="connsiteY57" fmla="*/ 2669363 h 6858000"/>
              <a:gd name="connsiteX58" fmla="*/ 202206 w 6292079"/>
              <a:gd name="connsiteY58" fmla="*/ 2562841 h 6858000"/>
              <a:gd name="connsiteX59" fmla="*/ 213902 w 6292079"/>
              <a:gd name="connsiteY59" fmla="*/ 2508449 h 6858000"/>
              <a:gd name="connsiteX60" fmla="*/ 233809 w 6292079"/>
              <a:gd name="connsiteY60" fmla="*/ 2449158 h 6858000"/>
              <a:gd name="connsiteX61" fmla="*/ 237400 w 6292079"/>
              <a:gd name="connsiteY61" fmla="*/ 2386081 h 6858000"/>
              <a:gd name="connsiteX62" fmla="*/ 235660 w 6292079"/>
              <a:gd name="connsiteY62" fmla="*/ 2226872 h 6858000"/>
              <a:gd name="connsiteX63" fmla="*/ 250116 w 6292079"/>
              <a:gd name="connsiteY63" fmla="*/ 2186312 h 6858000"/>
              <a:gd name="connsiteX64" fmla="*/ 285163 w 6292079"/>
              <a:gd name="connsiteY64" fmla="*/ 2054201 h 6858000"/>
              <a:gd name="connsiteX65" fmla="*/ 297869 w 6292079"/>
              <a:gd name="connsiteY65" fmla="*/ 2009411 h 6858000"/>
              <a:gd name="connsiteX66" fmla="*/ 339406 w 6292079"/>
              <a:gd name="connsiteY66" fmla="*/ 1985345 h 6858000"/>
              <a:gd name="connsiteX67" fmla="*/ 380873 w 6292079"/>
              <a:gd name="connsiteY67" fmla="*/ 1908912 h 6858000"/>
              <a:gd name="connsiteX68" fmla="*/ 399636 w 6292079"/>
              <a:gd name="connsiteY68" fmla="*/ 1815242 h 6858000"/>
              <a:gd name="connsiteX69" fmla="*/ 374372 w 6292079"/>
              <a:gd name="connsiteY69" fmla="*/ 1616165 h 6858000"/>
              <a:gd name="connsiteX70" fmla="*/ 392730 w 6292079"/>
              <a:gd name="connsiteY70" fmla="*/ 1566131 h 6858000"/>
              <a:gd name="connsiteX71" fmla="*/ 372639 w 6292079"/>
              <a:gd name="connsiteY71" fmla="*/ 1478507 h 6858000"/>
              <a:gd name="connsiteX72" fmla="*/ 401555 w 6292079"/>
              <a:gd name="connsiteY72" fmla="*/ 1428806 h 6858000"/>
              <a:gd name="connsiteX73" fmla="*/ 410243 w 6292079"/>
              <a:gd name="connsiteY73" fmla="*/ 1415134 h 6858000"/>
              <a:gd name="connsiteX74" fmla="*/ 411524 w 6292079"/>
              <a:gd name="connsiteY74" fmla="*/ 1406469 h 6858000"/>
              <a:gd name="connsiteX75" fmla="*/ 408887 w 6292079"/>
              <a:gd name="connsiteY75" fmla="*/ 1392331 h 6858000"/>
              <a:gd name="connsiteX76" fmla="*/ 414309 w 6292079"/>
              <a:gd name="connsiteY76" fmla="*/ 1387628 h 6858000"/>
              <a:gd name="connsiteX77" fmla="*/ 415362 w 6292079"/>
              <a:gd name="connsiteY77" fmla="*/ 1380497 h 6858000"/>
              <a:gd name="connsiteX78" fmla="*/ 421850 w 6292079"/>
              <a:gd name="connsiteY78" fmla="*/ 1331725 h 6858000"/>
              <a:gd name="connsiteX79" fmla="*/ 417310 w 6292079"/>
              <a:gd name="connsiteY79" fmla="*/ 1256042 h 6858000"/>
              <a:gd name="connsiteX80" fmla="*/ 415023 w 6292079"/>
              <a:gd name="connsiteY80" fmla="*/ 1150134 h 6858000"/>
              <a:gd name="connsiteX81" fmla="*/ 406174 w 6292079"/>
              <a:gd name="connsiteY81" fmla="*/ 1005645 h 6858000"/>
              <a:gd name="connsiteX82" fmla="*/ 431864 w 6292079"/>
              <a:gd name="connsiteY82" fmla="*/ 899691 h 6858000"/>
              <a:gd name="connsiteX83" fmla="*/ 462617 w 6292079"/>
              <a:gd name="connsiteY83" fmla="*/ 689088 h 6858000"/>
              <a:gd name="connsiteX84" fmla="*/ 510810 w 6292079"/>
              <a:gd name="connsiteY84" fmla="*/ 526328 h 6858000"/>
              <a:gd name="connsiteX85" fmla="*/ 542477 w 6292079"/>
              <a:gd name="connsiteY85" fmla="*/ 433873 h 6858000"/>
              <a:gd name="connsiteX86" fmla="*/ 549936 w 6292079"/>
              <a:gd name="connsiteY86" fmla="*/ 301688 h 6858000"/>
              <a:gd name="connsiteX87" fmla="*/ 554757 w 6292079"/>
              <a:gd name="connsiteY87" fmla="*/ 279945 h 6858000"/>
              <a:gd name="connsiteX88" fmla="*/ 550124 w 6292079"/>
              <a:gd name="connsiteY88" fmla="*/ 248508 h 6858000"/>
              <a:gd name="connsiteX89" fmla="*/ 530424 w 6292079"/>
              <a:gd name="connsiteY89" fmla="*/ 122373 h 6858000"/>
              <a:gd name="connsiteX90" fmla="*/ 504802 w 6292079"/>
              <a:gd name="connsiteY90" fmla="*/ 2189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6292079" h="6858000">
                <a:moveTo>
                  <a:pt x="509785" y="0"/>
                </a:moveTo>
                <a:lnTo>
                  <a:pt x="4089208" y="0"/>
                </a:lnTo>
                <a:lnTo>
                  <a:pt x="4500513" y="0"/>
                </a:lnTo>
                <a:lnTo>
                  <a:pt x="4642260" y="0"/>
                </a:lnTo>
                <a:lnTo>
                  <a:pt x="6127274" y="0"/>
                </a:lnTo>
                <a:lnTo>
                  <a:pt x="6292079" y="0"/>
                </a:lnTo>
                <a:lnTo>
                  <a:pt x="6292079" y="6858000"/>
                </a:lnTo>
                <a:lnTo>
                  <a:pt x="6127274" y="6858000"/>
                </a:lnTo>
                <a:lnTo>
                  <a:pt x="4642260" y="6858000"/>
                </a:lnTo>
                <a:lnTo>
                  <a:pt x="4500513" y="6858000"/>
                </a:lnTo>
                <a:lnTo>
                  <a:pt x="4089208" y="6858000"/>
                </a:lnTo>
                <a:lnTo>
                  <a:pt x="435967" y="6858000"/>
                </a:lnTo>
                <a:lnTo>
                  <a:pt x="439099" y="6835478"/>
                </a:lnTo>
                <a:cubicBezTo>
                  <a:pt x="443053" y="6807961"/>
                  <a:pt x="446597" y="6775838"/>
                  <a:pt x="443695" y="6725985"/>
                </a:cubicBezTo>
                <a:cubicBezTo>
                  <a:pt x="406361" y="6709462"/>
                  <a:pt x="444551" y="6685701"/>
                  <a:pt x="428041" y="6661430"/>
                </a:cubicBezTo>
                <a:cubicBezTo>
                  <a:pt x="415709" y="6603739"/>
                  <a:pt x="402107" y="6561674"/>
                  <a:pt x="376884" y="6504597"/>
                </a:cubicBezTo>
                <a:cubicBezTo>
                  <a:pt x="304684" y="6477597"/>
                  <a:pt x="338577" y="6353549"/>
                  <a:pt x="269239" y="6290076"/>
                </a:cubicBezTo>
                <a:cubicBezTo>
                  <a:pt x="241348" y="6225029"/>
                  <a:pt x="266460" y="6201087"/>
                  <a:pt x="219811" y="6127001"/>
                </a:cubicBezTo>
                <a:cubicBezTo>
                  <a:pt x="241964" y="6106503"/>
                  <a:pt x="210775" y="6088480"/>
                  <a:pt x="205094" y="6073766"/>
                </a:cubicBezTo>
                <a:cubicBezTo>
                  <a:pt x="195202" y="6057134"/>
                  <a:pt x="163788" y="6050649"/>
                  <a:pt x="150183" y="6014538"/>
                </a:cubicBezTo>
                <a:cubicBezTo>
                  <a:pt x="131236" y="5955076"/>
                  <a:pt x="160082" y="5847195"/>
                  <a:pt x="117093" y="5729681"/>
                </a:cubicBezTo>
                <a:cubicBezTo>
                  <a:pt x="106713" y="5695413"/>
                  <a:pt x="63130" y="5649897"/>
                  <a:pt x="46363" y="5613732"/>
                </a:cubicBezTo>
                <a:lnTo>
                  <a:pt x="29717" y="5572630"/>
                </a:lnTo>
                <a:lnTo>
                  <a:pt x="32614" y="5564839"/>
                </a:lnTo>
                <a:lnTo>
                  <a:pt x="34209" y="5564057"/>
                </a:lnTo>
                <a:lnTo>
                  <a:pt x="17311" y="5442591"/>
                </a:lnTo>
                <a:cubicBezTo>
                  <a:pt x="14639" y="5436675"/>
                  <a:pt x="13713" y="5428633"/>
                  <a:pt x="16750" y="5415829"/>
                </a:cubicBezTo>
                <a:lnTo>
                  <a:pt x="18217" y="5412980"/>
                </a:lnTo>
                <a:lnTo>
                  <a:pt x="12055" y="5390064"/>
                </a:lnTo>
                <a:cubicBezTo>
                  <a:pt x="9079" y="5382538"/>
                  <a:pt x="5182" y="5375682"/>
                  <a:pt x="0" y="5369830"/>
                </a:cubicBezTo>
                <a:cubicBezTo>
                  <a:pt x="31894" y="5299689"/>
                  <a:pt x="23872" y="5225525"/>
                  <a:pt x="32211" y="5145466"/>
                </a:cubicBezTo>
                <a:cubicBezTo>
                  <a:pt x="34746" y="5048037"/>
                  <a:pt x="41698" y="4890019"/>
                  <a:pt x="40891" y="4778922"/>
                </a:cubicBezTo>
                <a:cubicBezTo>
                  <a:pt x="9869" y="4689468"/>
                  <a:pt x="28501" y="4651846"/>
                  <a:pt x="16777" y="4554239"/>
                </a:cubicBezTo>
                <a:cubicBezTo>
                  <a:pt x="56871" y="4507954"/>
                  <a:pt x="15779" y="4455514"/>
                  <a:pt x="25115" y="4402702"/>
                </a:cubicBezTo>
                <a:cubicBezTo>
                  <a:pt x="-10420" y="4412229"/>
                  <a:pt x="47425" y="4340221"/>
                  <a:pt x="8134" y="4331397"/>
                </a:cubicBezTo>
                <a:lnTo>
                  <a:pt x="21852" y="4299998"/>
                </a:lnTo>
                <a:lnTo>
                  <a:pt x="24178" y="4280659"/>
                </a:lnTo>
                <a:lnTo>
                  <a:pt x="33357" y="4276475"/>
                </a:lnTo>
                <a:lnTo>
                  <a:pt x="42965" y="4248279"/>
                </a:lnTo>
                <a:cubicBezTo>
                  <a:pt x="45246" y="4237522"/>
                  <a:pt x="46159" y="4225720"/>
                  <a:pt x="44865" y="4212329"/>
                </a:cubicBezTo>
                <a:cubicBezTo>
                  <a:pt x="25826" y="4166207"/>
                  <a:pt x="69917" y="4097341"/>
                  <a:pt x="44366" y="4040266"/>
                </a:cubicBezTo>
                <a:cubicBezTo>
                  <a:pt x="38101" y="4019019"/>
                  <a:pt x="37876" y="3951695"/>
                  <a:pt x="49504" y="3938016"/>
                </a:cubicBezTo>
                <a:cubicBezTo>
                  <a:pt x="51863" y="3923784"/>
                  <a:pt x="47442" y="3907760"/>
                  <a:pt x="59997" y="3900263"/>
                </a:cubicBezTo>
                <a:cubicBezTo>
                  <a:pt x="75066" y="3888337"/>
                  <a:pt x="50846" y="3841280"/>
                  <a:pt x="68907" y="3846813"/>
                </a:cubicBezTo>
                <a:cubicBezTo>
                  <a:pt x="52296" y="3813347"/>
                  <a:pt x="68378" y="3745138"/>
                  <a:pt x="75836" y="3715292"/>
                </a:cubicBezTo>
                <a:cubicBezTo>
                  <a:pt x="78813" y="3662330"/>
                  <a:pt x="86378" y="3567665"/>
                  <a:pt x="86775" y="3529044"/>
                </a:cubicBezTo>
                <a:cubicBezTo>
                  <a:pt x="89267" y="3527082"/>
                  <a:pt x="91576" y="3524572"/>
                  <a:pt x="93628" y="3521593"/>
                </a:cubicBezTo>
                <a:cubicBezTo>
                  <a:pt x="105546" y="3504295"/>
                  <a:pt x="106408" y="3475272"/>
                  <a:pt x="95551" y="3456775"/>
                </a:cubicBezTo>
                <a:cubicBezTo>
                  <a:pt x="61828" y="3371150"/>
                  <a:pt x="64401" y="3295875"/>
                  <a:pt x="58296" y="3224475"/>
                </a:cubicBezTo>
                <a:cubicBezTo>
                  <a:pt x="55319" y="3144058"/>
                  <a:pt x="94983" y="3200876"/>
                  <a:pt x="63270" y="3097947"/>
                </a:cubicBezTo>
                <a:cubicBezTo>
                  <a:pt x="77539" y="3088512"/>
                  <a:pt x="78452" y="3075895"/>
                  <a:pt x="72130" y="3053885"/>
                </a:cubicBezTo>
                <a:cubicBezTo>
                  <a:pt x="71735" y="3014911"/>
                  <a:pt x="107041" y="3021320"/>
                  <a:pt x="86532" y="2980007"/>
                </a:cubicBezTo>
                <a:lnTo>
                  <a:pt x="111003" y="2914025"/>
                </a:lnTo>
                <a:cubicBezTo>
                  <a:pt x="105238" y="2917158"/>
                  <a:pt x="98864" y="2862805"/>
                  <a:pt x="98482" y="2847042"/>
                </a:cubicBezTo>
                <a:cubicBezTo>
                  <a:pt x="100672" y="2813890"/>
                  <a:pt x="74268" y="2807204"/>
                  <a:pt x="97880" y="2789385"/>
                </a:cubicBezTo>
                <a:lnTo>
                  <a:pt x="104654" y="2785130"/>
                </a:lnTo>
                <a:cubicBezTo>
                  <a:pt x="104858" y="2782671"/>
                  <a:pt x="105062" y="2780212"/>
                  <a:pt x="105266" y="2777753"/>
                </a:cubicBezTo>
                <a:cubicBezTo>
                  <a:pt x="106158" y="2754272"/>
                  <a:pt x="151678" y="2705182"/>
                  <a:pt x="167835" y="2669363"/>
                </a:cubicBezTo>
                <a:lnTo>
                  <a:pt x="202206" y="2562841"/>
                </a:lnTo>
                <a:lnTo>
                  <a:pt x="213902" y="2508449"/>
                </a:lnTo>
                <a:lnTo>
                  <a:pt x="233809" y="2449158"/>
                </a:lnTo>
                <a:cubicBezTo>
                  <a:pt x="251664" y="2436763"/>
                  <a:pt x="229153" y="2410096"/>
                  <a:pt x="237400" y="2386081"/>
                </a:cubicBezTo>
                <a:cubicBezTo>
                  <a:pt x="227267" y="2347359"/>
                  <a:pt x="241573" y="2261841"/>
                  <a:pt x="235660" y="2226872"/>
                </a:cubicBezTo>
                <a:cubicBezTo>
                  <a:pt x="251820" y="2220679"/>
                  <a:pt x="261258" y="2210661"/>
                  <a:pt x="250116" y="2186312"/>
                </a:cubicBezTo>
                <a:lnTo>
                  <a:pt x="285163" y="2054201"/>
                </a:lnTo>
                <a:cubicBezTo>
                  <a:pt x="307497" y="2045213"/>
                  <a:pt x="272623" y="2017046"/>
                  <a:pt x="297869" y="2009411"/>
                </a:cubicBezTo>
                <a:cubicBezTo>
                  <a:pt x="320898" y="2035913"/>
                  <a:pt x="315992" y="1967554"/>
                  <a:pt x="339406" y="1985345"/>
                </a:cubicBezTo>
                <a:cubicBezTo>
                  <a:pt x="353240" y="1968595"/>
                  <a:pt x="370836" y="1937261"/>
                  <a:pt x="380873" y="1908912"/>
                </a:cubicBezTo>
                <a:cubicBezTo>
                  <a:pt x="350104" y="1811824"/>
                  <a:pt x="395613" y="1878362"/>
                  <a:pt x="399636" y="1815242"/>
                </a:cubicBezTo>
                <a:cubicBezTo>
                  <a:pt x="398754" y="1757178"/>
                  <a:pt x="409420" y="1701224"/>
                  <a:pt x="374372" y="1616165"/>
                </a:cubicBezTo>
                <a:cubicBezTo>
                  <a:pt x="373220" y="1574646"/>
                  <a:pt x="393018" y="1589074"/>
                  <a:pt x="392730" y="1566131"/>
                </a:cubicBezTo>
                <a:cubicBezTo>
                  <a:pt x="365412" y="1510101"/>
                  <a:pt x="394197" y="1511406"/>
                  <a:pt x="372639" y="1478507"/>
                </a:cubicBezTo>
                <a:cubicBezTo>
                  <a:pt x="377761" y="1454951"/>
                  <a:pt x="391457" y="1440777"/>
                  <a:pt x="401555" y="1428806"/>
                </a:cubicBezTo>
                <a:lnTo>
                  <a:pt x="410243" y="1415134"/>
                </a:lnTo>
                <a:lnTo>
                  <a:pt x="411524" y="1406469"/>
                </a:lnTo>
                <a:lnTo>
                  <a:pt x="408887" y="1392331"/>
                </a:lnTo>
                <a:lnTo>
                  <a:pt x="414309" y="1387628"/>
                </a:lnTo>
                <a:lnTo>
                  <a:pt x="415362" y="1380497"/>
                </a:lnTo>
                <a:cubicBezTo>
                  <a:pt x="418872" y="1361702"/>
                  <a:pt x="422095" y="1344022"/>
                  <a:pt x="421850" y="1331725"/>
                </a:cubicBezTo>
                <a:cubicBezTo>
                  <a:pt x="433626" y="1321844"/>
                  <a:pt x="424854" y="1278095"/>
                  <a:pt x="417310" y="1256042"/>
                </a:cubicBezTo>
                <a:cubicBezTo>
                  <a:pt x="413501" y="1216720"/>
                  <a:pt x="436826" y="1191313"/>
                  <a:pt x="415023" y="1150134"/>
                </a:cubicBezTo>
                <a:cubicBezTo>
                  <a:pt x="409434" y="1105134"/>
                  <a:pt x="413370" y="1057259"/>
                  <a:pt x="406174" y="1005645"/>
                </a:cubicBezTo>
                <a:cubicBezTo>
                  <a:pt x="395775" y="973629"/>
                  <a:pt x="433727" y="963997"/>
                  <a:pt x="431864" y="899691"/>
                </a:cubicBezTo>
                <a:cubicBezTo>
                  <a:pt x="435076" y="846170"/>
                  <a:pt x="459107" y="752452"/>
                  <a:pt x="462617" y="689088"/>
                </a:cubicBezTo>
                <a:cubicBezTo>
                  <a:pt x="447384" y="623113"/>
                  <a:pt x="508572" y="589979"/>
                  <a:pt x="510810" y="526328"/>
                </a:cubicBezTo>
                <a:cubicBezTo>
                  <a:pt x="481634" y="460515"/>
                  <a:pt x="546528" y="487988"/>
                  <a:pt x="542477" y="433873"/>
                </a:cubicBezTo>
                <a:cubicBezTo>
                  <a:pt x="514702" y="343844"/>
                  <a:pt x="563781" y="437996"/>
                  <a:pt x="549936" y="301688"/>
                </a:cubicBezTo>
                <a:cubicBezTo>
                  <a:pt x="545577" y="293639"/>
                  <a:pt x="549120" y="277645"/>
                  <a:pt x="554757" y="279945"/>
                </a:cubicBezTo>
                <a:cubicBezTo>
                  <a:pt x="552714" y="271180"/>
                  <a:pt x="541267" y="249562"/>
                  <a:pt x="550124" y="248508"/>
                </a:cubicBezTo>
                <a:cubicBezTo>
                  <a:pt x="549604" y="205525"/>
                  <a:pt x="542818" y="162084"/>
                  <a:pt x="530424" y="122373"/>
                </a:cubicBezTo>
                <a:cubicBezTo>
                  <a:pt x="542727" y="41074"/>
                  <a:pt x="502709" y="81459"/>
                  <a:pt x="504802" y="21894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0459-EEBA-77D1-AA81-132D491A1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2578" y="603624"/>
            <a:ext cx="4847767" cy="5650754"/>
          </a:xfrm>
        </p:spPr>
        <p:txBody>
          <a:bodyPr anchor="ctr">
            <a:normAutofit fontScale="92500"/>
          </a:bodyPr>
          <a:lstStyle/>
          <a:p>
            <a:r>
              <a:rPr lang="en-IN" sz="2400" b="1" dirty="0"/>
              <a:t>Historical Growth:</a:t>
            </a:r>
            <a:r>
              <a:rPr lang="en-IN" sz="2400" dirty="0"/>
              <a:t> Retail footprint and sales saw a sharp upward trajectory between 2010 and 2015.</a:t>
            </a:r>
          </a:p>
          <a:p>
            <a:r>
              <a:rPr lang="en-IN" sz="2400" b="1" dirty="0"/>
              <a:t>Peak Performance:</a:t>
            </a:r>
            <a:r>
              <a:rPr lang="en-IN" sz="2400" dirty="0"/>
              <a:t> Total sales peaked in 2015, crossing the $126K threshold.</a:t>
            </a:r>
          </a:p>
          <a:p>
            <a:r>
              <a:rPr lang="en-IN" sz="2400" b="1" dirty="0"/>
              <a:t>Current Status:</a:t>
            </a:r>
            <a:r>
              <a:rPr lang="en-IN" sz="2400" dirty="0"/>
              <a:t> Stabilization observed through 2020, </a:t>
            </a:r>
            <a:r>
              <a:rPr lang="en-IN" sz="2400" dirty="0" err="1"/>
              <a:t>leveling</a:t>
            </a:r>
            <a:r>
              <a:rPr lang="en-IN" sz="2400" dirty="0"/>
              <a:t> off near $121K–$122K.</a:t>
            </a:r>
          </a:p>
          <a:p>
            <a:r>
              <a:rPr lang="en-IN" sz="2400" dirty="0"/>
              <a:t>💡 </a:t>
            </a:r>
            <a:r>
              <a:rPr lang="en-IN" sz="2400" b="1" dirty="0"/>
              <a:t>Visual Components Used:</a:t>
            </a:r>
          </a:p>
          <a:p>
            <a:pPr marL="0" indent="0">
              <a:buNone/>
            </a:pPr>
            <a:r>
              <a:rPr lang="en-IN" sz="2400" b="1" dirty="0"/>
              <a:t> Line Chart (Sales vs. Year):</a:t>
            </a:r>
            <a:r>
              <a:rPr lang="en-IN" sz="2400" dirty="0"/>
              <a:t> Used to show continuous data over time. The filled area beneath the line emphasizes the massive scale of growth achieved between 2010 and 2022.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E4761B-4736-56D1-DAE2-3658FBD9F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98" y="3017047"/>
            <a:ext cx="5331379" cy="283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65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B0CB-88DE-44BA-E593-8B43E9229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45" y="609601"/>
            <a:ext cx="10409538" cy="945930"/>
          </a:xfrm>
        </p:spPr>
        <p:txBody>
          <a:bodyPr/>
          <a:lstStyle/>
          <a:p>
            <a:r>
              <a:rPr lang="en-IN" b="1" dirty="0"/>
              <a:t>Inventory &amp; Fat Content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E67C4-451E-13C3-B738-B695A2C6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45" y="1555532"/>
            <a:ext cx="6621517" cy="4698846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Inventory Domination:</a:t>
            </a:r>
            <a:r>
              <a:rPr lang="en-IN" dirty="0"/>
              <a:t> Regular fat items make up the majority of the </a:t>
            </a:r>
            <a:r>
              <a:rPr lang="en-IN" dirty="0" err="1"/>
              <a:t>catalog</a:t>
            </a:r>
            <a:r>
              <a:rPr lang="en-IN" dirty="0"/>
              <a:t> at 63.9% (4.2K items).</a:t>
            </a:r>
          </a:p>
          <a:p>
            <a:r>
              <a:rPr lang="en-IN" b="1" dirty="0"/>
              <a:t>Healthy Alternatives:</a:t>
            </a:r>
            <a:r>
              <a:rPr lang="en-IN" dirty="0"/>
              <a:t> Low-fat items comprise 36.1% of stock (2.4K items).</a:t>
            </a:r>
          </a:p>
          <a:p>
            <a:r>
              <a:rPr lang="en-IN" b="1" dirty="0"/>
              <a:t>Tier Distribution:</a:t>
            </a:r>
            <a:r>
              <a:rPr lang="en-IN" dirty="0"/>
              <a:t> Tier 2 outlets hold the highest overall inventory of both low-fat and regular items.</a:t>
            </a:r>
          </a:p>
          <a:p>
            <a:r>
              <a:rPr lang="en-IN" dirty="0"/>
              <a:t>💡 </a:t>
            </a:r>
            <a:r>
              <a:rPr lang="en-IN" b="1" dirty="0"/>
              <a:t>Visual Components Used:</a:t>
            </a:r>
            <a:endParaRPr lang="en-IN" dirty="0"/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IN" b="1" dirty="0"/>
              <a:t>Donut Chart (Fat Content):</a:t>
            </a:r>
            <a:r>
              <a:rPr lang="en-IN" dirty="0"/>
              <a:t> Used to display part-to-whole relationships. It is restricted to just two categories (Low vs. Regular), making it highly readable.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IN" b="1" dirty="0"/>
              <a:t>100% Stacked Bar Chart (Fat by Outlet):</a:t>
            </a:r>
            <a:r>
              <a:rPr lang="en-IN" dirty="0"/>
              <a:t> Used to compare sub-categories across locations. It allows the viewer to see total inventory per tier while simultaneously seeing the fat content ratio.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66A784-3F8E-C100-22D2-9CFE3DD08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462" y="1659914"/>
            <a:ext cx="2177010" cy="22450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A450F1-BD45-6D70-75C5-16E3CACB8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896" y="3018589"/>
            <a:ext cx="2900855" cy="337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5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4278-9F51-8893-146C-68FDD186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810" y="262759"/>
            <a:ext cx="9810604" cy="1216024"/>
          </a:xfrm>
        </p:spPr>
        <p:txBody>
          <a:bodyPr>
            <a:normAutofit fontScale="90000"/>
          </a:bodyPr>
          <a:lstStyle/>
          <a:p>
            <a:br>
              <a:rPr lang="en-IN" sz="2200" b="1" dirty="0"/>
            </a:br>
            <a:r>
              <a:rPr lang="en-IN" sz="2200" b="1" dirty="0"/>
              <a:t>Inventory Volume by Item Type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45AF9-57B3-B432-8E85-9ADDBA279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810" y="1583886"/>
            <a:ext cx="6411466" cy="4428753"/>
          </a:xfrm>
        </p:spPr>
        <p:txBody>
          <a:bodyPr/>
          <a:lstStyle/>
          <a:p>
            <a:r>
              <a:rPr lang="en-IN" b="1" dirty="0"/>
              <a:t>Top Contributors:</a:t>
            </a:r>
            <a:r>
              <a:rPr lang="en-IN" dirty="0"/>
              <a:t> Fruits/Vegetables (958 items) and Snack Foods (930 items) lead inventory volume.</a:t>
            </a:r>
          </a:p>
          <a:p>
            <a:r>
              <a:rPr lang="en-IN" b="1" dirty="0"/>
              <a:t>Mid-Tier Categories:</a:t>
            </a:r>
            <a:r>
              <a:rPr lang="en-IN" dirty="0"/>
              <a:t> Household items (699), Frozen Foods (680), and Dairy products (530).</a:t>
            </a:r>
          </a:p>
          <a:p>
            <a:r>
              <a:rPr lang="en-IN" b="1" dirty="0"/>
              <a:t>Niche Segments:</a:t>
            </a:r>
            <a:r>
              <a:rPr lang="en-IN" dirty="0"/>
              <a:t> Seafood (46 items) and Breakfast foods (85 items) represent the smallest operational footprint.</a:t>
            </a:r>
          </a:p>
          <a:p>
            <a:r>
              <a:rPr lang="en-IN" dirty="0"/>
              <a:t>💡 </a:t>
            </a:r>
            <a:r>
              <a:rPr lang="en-IN" b="1" dirty="0"/>
              <a:t>Visual Components Used: </a:t>
            </a:r>
          </a:p>
          <a:p>
            <a:pPr marL="0" indent="0">
              <a:buNone/>
            </a:pPr>
            <a:r>
              <a:rPr lang="en-IN" b="1" dirty="0"/>
              <a:t>Stacked Bar Chart:</a:t>
            </a:r>
            <a:r>
              <a:rPr lang="en-IN" dirty="0"/>
              <a:t> Used because there are over 15 distinct product categories. Vertical bars would crowd the text, whereas horizontal bars provide clean text alignment on the left for easy scanning.</a:t>
            </a:r>
          </a:p>
          <a:p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EED610-410B-766D-8718-821CC2C76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546" y="955189"/>
            <a:ext cx="3678620" cy="548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058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40A1F-6A80-84C5-36A6-1D53BA5D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IN" b="1" dirty="0"/>
              <a:t>Sales</a:t>
            </a:r>
            <a:r>
              <a:rPr lang="en-IN" dirty="0"/>
              <a:t> </a:t>
            </a:r>
            <a:r>
              <a:rPr lang="en-IN" b="1" dirty="0"/>
              <a:t>Contribution by Size and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9DBE3-AC93-1DCE-5F0A-8D78A04AA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41" y="2060028"/>
            <a:ext cx="5187743" cy="40821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600" b="1" dirty="0"/>
              <a:t>Outlet Size Impact:</a:t>
            </a:r>
            <a:r>
              <a:rPr lang="en-IN" sz="1600" dirty="0"/>
              <a:t> small-sized outlets drive the largest revenue chunk at 37.6% ($0.4M), followed closely by medium-sized outlets at 36.7% ($0.3M). large outlets represent 25.7% ($0.2M).</a:t>
            </a:r>
          </a:p>
          <a:p>
            <a:pPr>
              <a:lnSpc>
                <a:spcPct val="90000"/>
              </a:lnSpc>
            </a:pPr>
            <a:r>
              <a:rPr lang="en-IN" sz="1600" b="1" dirty="0"/>
              <a:t>Geographic Demographics:</a:t>
            </a:r>
            <a:r>
              <a:rPr lang="en-IN" sz="1600" dirty="0"/>
              <a:t> Tier 2 regions generate the highest localized traction (371.11K), outperforming Tier 3 (317.65K) and Tier 1 markets (246.04K).</a:t>
            </a:r>
          </a:p>
          <a:p>
            <a:pPr>
              <a:lnSpc>
                <a:spcPct val="90000"/>
              </a:lnSpc>
            </a:pPr>
            <a:r>
              <a:rPr lang="en-IN" sz="1600" dirty="0"/>
              <a:t>💡 </a:t>
            </a:r>
            <a:r>
              <a:rPr lang="en-IN" sz="1600" b="1" dirty="0"/>
              <a:t>Visual Components Used:</a:t>
            </a:r>
            <a:endParaRPr lang="en-IN" sz="1600" dirty="0"/>
          </a:p>
          <a:p>
            <a:pPr marL="560070" lvl="1" indent="-28575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Pie Chart (Sales by Outlet Size):</a:t>
            </a:r>
            <a:r>
              <a:rPr lang="en-IN" sz="1600" dirty="0"/>
              <a:t> Used to easily compare the market share distribution between Small, Medium, and High formats.</a:t>
            </a:r>
          </a:p>
          <a:p>
            <a:pPr marL="560070" lvl="1" indent="-28575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Funnel Chart (Outlet Location):</a:t>
            </a:r>
            <a:r>
              <a:rPr lang="en-IN" sz="1600" dirty="0"/>
              <a:t> Used to visually rank the tiers from highest performing to lowest. The tapering effect highlights the drop-off in sales volume between regions.</a:t>
            </a:r>
            <a:br>
              <a:rPr lang="en-IN" sz="1600" dirty="0"/>
            </a:br>
            <a:endParaRPr lang="en-IN" sz="1600" dirty="0"/>
          </a:p>
          <a:p>
            <a:pPr>
              <a:lnSpc>
                <a:spcPct val="90000"/>
              </a:lnSpc>
            </a:pPr>
            <a:endParaRPr lang="en-IN" sz="13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C8B7D1-786C-9B81-9495-393F4703E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384" y="1587062"/>
            <a:ext cx="5187743" cy="387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52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2D60C-F669-CFA1-846D-A749B937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68" y="0"/>
            <a:ext cx="10588215" cy="1233357"/>
          </a:xfrm>
        </p:spPr>
        <p:txBody>
          <a:bodyPr>
            <a:normAutofit/>
          </a:bodyPr>
          <a:lstStyle/>
          <a:p>
            <a:r>
              <a:rPr lang="en-IN" b="1" dirty="0"/>
              <a:t>Performance Matrix by Store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DE418-278C-B8E9-E448-F22BE3FE8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269" y="1233357"/>
            <a:ext cx="5566115" cy="5199621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b="1" dirty="0"/>
              <a:t>Supermarket Type 1:</a:t>
            </a:r>
            <a:r>
              <a:rPr lang="en-IN" dirty="0"/>
              <a:t> The primary revenue engine, generating $740.52K in sales with 5,236 items.</a:t>
            </a:r>
          </a:p>
          <a:p>
            <a:pPr>
              <a:lnSpc>
                <a:spcPct val="90000"/>
              </a:lnSpc>
            </a:pPr>
            <a:r>
              <a:rPr lang="en-IN" b="1" dirty="0"/>
              <a:t>Supermarket Type 2:</a:t>
            </a:r>
            <a:r>
              <a:rPr lang="en-IN" dirty="0"/>
              <a:t> Mid-tier performance tracking at $121.77K in sales across 859 items.</a:t>
            </a:r>
          </a:p>
          <a:p>
            <a:pPr>
              <a:lnSpc>
                <a:spcPct val="90000"/>
              </a:lnSpc>
            </a:pPr>
            <a:r>
              <a:rPr lang="en-IN" b="1" dirty="0"/>
              <a:t>Grocery Stores:</a:t>
            </a:r>
            <a:r>
              <a:rPr lang="en-IN" dirty="0"/>
              <a:t> Smallest scale footprint with $72.50K in total revenue and 515 items managed.</a:t>
            </a:r>
          </a:p>
          <a:p>
            <a:pPr>
              <a:lnSpc>
                <a:spcPct val="90000"/>
              </a:lnSpc>
            </a:pPr>
            <a:r>
              <a:rPr lang="en-IN" b="1" dirty="0"/>
              <a:t>Efficiency Note:</a:t>
            </a:r>
            <a:r>
              <a:rPr lang="en-IN" dirty="0"/>
              <a:t> Average sales metrics remain remarkably consistent ($0.14K) across all three formats.</a:t>
            </a:r>
          </a:p>
          <a:p>
            <a:pPr>
              <a:lnSpc>
                <a:spcPct val="90000"/>
              </a:lnSpc>
            </a:pPr>
            <a:r>
              <a:rPr lang="en-IN" dirty="0"/>
              <a:t>💡 </a:t>
            </a:r>
            <a:r>
              <a:rPr lang="en-IN" b="1" dirty="0"/>
              <a:t>Visual Components Used: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b="1" dirty="0"/>
              <a:t> Matrix/Data Table (with Heatmap Conditional Formatting):</a:t>
            </a:r>
            <a:r>
              <a:rPr lang="en-IN" dirty="0"/>
              <a:t> Used to display dense, multi-variable granular data. The subtle red and blue background shading (heat-mapping) guides the eye immediately to outliers, such as the massive sales spike in Supermarket Type 1.</a:t>
            </a:r>
          </a:p>
          <a:p>
            <a:pPr>
              <a:lnSpc>
                <a:spcPct val="90000"/>
              </a:lnSpc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A23E0-47E1-4A79-DFC8-2EB3A286F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031" y="1658378"/>
            <a:ext cx="5963322" cy="4774601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00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DD3DF-44F3-4DE2-A8B6-621674B16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A4B7CC-64F0-E79A-7706-52DBAE7EF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76" y="234854"/>
            <a:ext cx="11288109" cy="638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91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AB0BC72-1C3A-421F-AB0A-D480DA93F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28763" cy="6858000"/>
          </a:xfrm>
          <a:custGeom>
            <a:avLst/>
            <a:gdLst>
              <a:gd name="connsiteX0" fmla="*/ 0 w 7228763"/>
              <a:gd name="connsiteY0" fmla="*/ 0 h 6858000"/>
              <a:gd name="connsiteX1" fmla="*/ 501961 w 7228763"/>
              <a:gd name="connsiteY1" fmla="*/ 0 h 6858000"/>
              <a:gd name="connsiteX2" fmla="*/ 723901 w 7228763"/>
              <a:gd name="connsiteY2" fmla="*/ 0 h 6858000"/>
              <a:gd name="connsiteX3" fmla="*/ 7228583 w 7228763"/>
              <a:gd name="connsiteY3" fmla="*/ 0 h 6858000"/>
              <a:gd name="connsiteX4" fmla="*/ 7228763 w 7228763"/>
              <a:gd name="connsiteY4" fmla="*/ 1 h 6858000"/>
              <a:gd name="connsiteX5" fmla="*/ 7221350 w 7228763"/>
              <a:gd name="connsiteY5" fmla="*/ 30700 h 6858000"/>
              <a:gd name="connsiteX6" fmla="*/ 7199900 w 7228763"/>
              <a:gd name="connsiteY6" fmla="*/ 310025 h 6858000"/>
              <a:gd name="connsiteX7" fmla="*/ 7214938 w 7228763"/>
              <a:gd name="connsiteY7" fmla="*/ 443960 h 6858000"/>
              <a:gd name="connsiteX8" fmla="*/ 7174238 w 7228763"/>
              <a:gd name="connsiteY8" fmla="*/ 642659 h 6858000"/>
              <a:gd name="connsiteX9" fmla="*/ 7166213 w 7228763"/>
              <a:gd name="connsiteY9" fmla="*/ 673307 h 6858000"/>
              <a:gd name="connsiteX10" fmla="*/ 7128963 w 7228763"/>
              <a:gd name="connsiteY10" fmla="*/ 839641 h 6858000"/>
              <a:gd name="connsiteX11" fmla="*/ 7066183 w 7228763"/>
              <a:gd name="connsiteY11" fmla="*/ 958357 h 6858000"/>
              <a:gd name="connsiteX12" fmla="*/ 7070620 w 7228763"/>
              <a:gd name="connsiteY12" fmla="*/ 963398 h 6858000"/>
              <a:gd name="connsiteX13" fmla="*/ 7022851 w 7228763"/>
              <a:gd name="connsiteY13" fmla="*/ 1117169 h 6858000"/>
              <a:gd name="connsiteX14" fmla="*/ 7019920 w 7228763"/>
              <a:gd name="connsiteY14" fmla="*/ 1144352 h 6858000"/>
              <a:gd name="connsiteX15" fmla="*/ 7021476 w 7228763"/>
              <a:gd name="connsiteY15" fmla="*/ 1164484 h 6858000"/>
              <a:gd name="connsiteX16" fmla="*/ 7005576 w 7228763"/>
              <a:gd name="connsiteY16" fmla="*/ 1213829 h 6858000"/>
              <a:gd name="connsiteX17" fmla="*/ 6970919 w 7228763"/>
              <a:gd name="connsiteY17" fmla="*/ 1294823 h 6858000"/>
              <a:gd name="connsiteX18" fmla="*/ 6965413 w 7228763"/>
              <a:gd name="connsiteY18" fmla="*/ 1312193 h 6858000"/>
              <a:gd name="connsiteX19" fmla="*/ 6968106 w 7228763"/>
              <a:gd name="connsiteY19" fmla="*/ 1327626 h 6858000"/>
              <a:gd name="connsiteX20" fmla="*/ 6975202 w 7228763"/>
              <a:gd name="connsiteY20" fmla="*/ 1331644 h 6858000"/>
              <a:gd name="connsiteX21" fmla="*/ 6973366 w 7228763"/>
              <a:gd name="connsiteY21" fmla="*/ 1341276 h 6858000"/>
              <a:gd name="connsiteX22" fmla="*/ 6974428 w 7228763"/>
              <a:gd name="connsiteY22" fmla="*/ 1343945 h 6858000"/>
              <a:gd name="connsiteX23" fmla="*/ 6978971 w 7228763"/>
              <a:gd name="connsiteY23" fmla="*/ 1359134 h 6858000"/>
              <a:gd name="connsiteX24" fmla="*/ 6946335 w 7228763"/>
              <a:gd name="connsiteY24" fmla="*/ 1427803 h 6858000"/>
              <a:gd name="connsiteX25" fmla="*/ 6907208 w 7228763"/>
              <a:gd name="connsiteY25" fmla="*/ 1540278 h 6858000"/>
              <a:gd name="connsiteX26" fmla="*/ 6901698 w 7228763"/>
              <a:gd name="connsiteY26" fmla="*/ 1547262 h 6858000"/>
              <a:gd name="connsiteX27" fmla="*/ 6902877 w 7228763"/>
              <a:gd name="connsiteY27" fmla="*/ 1577056 h 6858000"/>
              <a:gd name="connsiteX28" fmla="*/ 6904067 w 7228763"/>
              <a:gd name="connsiteY28" fmla="*/ 1595898 h 6858000"/>
              <a:gd name="connsiteX29" fmla="*/ 6891817 w 7228763"/>
              <a:gd name="connsiteY29" fmla="*/ 1703726 h 6858000"/>
              <a:gd name="connsiteX30" fmla="*/ 6898520 w 7228763"/>
              <a:gd name="connsiteY30" fmla="*/ 1809535 h 6858000"/>
              <a:gd name="connsiteX31" fmla="*/ 6897783 w 7228763"/>
              <a:gd name="connsiteY31" fmla="*/ 2018310 h 6858000"/>
              <a:gd name="connsiteX32" fmla="*/ 6887647 w 7228763"/>
              <a:gd name="connsiteY32" fmla="*/ 2071355 h 6858000"/>
              <a:gd name="connsiteX33" fmla="*/ 6888952 w 7228763"/>
              <a:gd name="connsiteY33" fmla="*/ 2141166 h 6858000"/>
              <a:gd name="connsiteX34" fmla="*/ 6887101 w 7228763"/>
              <a:gd name="connsiteY34" fmla="*/ 2154548 h 6858000"/>
              <a:gd name="connsiteX35" fmla="*/ 6880519 w 7228763"/>
              <a:gd name="connsiteY35" fmla="*/ 2158153 h 6858000"/>
              <a:gd name="connsiteX36" fmla="*/ 6873389 w 7228763"/>
              <a:gd name="connsiteY36" fmla="*/ 2178174 h 6858000"/>
              <a:gd name="connsiteX37" fmla="*/ 6871679 w 7228763"/>
              <a:gd name="connsiteY37" fmla="*/ 2202858 h 6858000"/>
              <a:gd name="connsiteX38" fmla="*/ 6870321 w 7228763"/>
              <a:gd name="connsiteY38" fmla="*/ 2320214 h 6858000"/>
              <a:gd name="connsiteX39" fmla="*/ 6857787 w 7228763"/>
              <a:gd name="connsiteY39" fmla="*/ 2417011 h 6858000"/>
              <a:gd name="connsiteX40" fmla="*/ 6850905 w 7228763"/>
              <a:gd name="connsiteY40" fmla="*/ 2454207 h 6858000"/>
              <a:gd name="connsiteX41" fmla="*/ 6848900 w 7228763"/>
              <a:gd name="connsiteY41" fmla="*/ 2487203 h 6858000"/>
              <a:gd name="connsiteX42" fmla="*/ 6837487 w 7228763"/>
              <a:gd name="connsiteY42" fmla="*/ 2512282 h 6858000"/>
              <a:gd name="connsiteX43" fmla="*/ 6838494 w 7228763"/>
              <a:gd name="connsiteY43" fmla="*/ 2514318 h 6858000"/>
              <a:gd name="connsiteX44" fmla="*/ 6863982 w 7228763"/>
              <a:gd name="connsiteY44" fmla="*/ 2574334 h 6858000"/>
              <a:gd name="connsiteX45" fmla="*/ 6862893 w 7228763"/>
              <a:gd name="connsiteY45" fmla="*/ 2579877 h 6858000"/>
              <a:gd name="connsiteX46" fmla="*/ 6863047 w 7228763"/>
              <a:gd name="connsiteY46" fmla="*/ 2608928 h 6858000"/>
              <a:gd name="connsiteX47" fmla="*/ 6862462 w 7228763"/>
              <a:gd name="connsiteY47" fmla="*/ 2613111 h 6858000"/>
              <a:gd name="connsiteX48" fmla="*/ 6854084 w 7228763"/>
              <a:gd name="connsiteY48" fmla="*/ 2621996 h 6858000"/>
              <a:gd name="connsiteX49" fmla="*/ 6856559 w 7228763"/>
              <a:gd name="connsiteY49" fmla="*/ 2634265 h 6858000"/>
              <a:gd name="connsiteX50" fmla="*/ 6847985 w 7228763"/>
              <a:gd name="connsiteY50" fmla="*/ 2647237 h 6858000"/>
              <a:gd name="connsiteX51" fmla="*/ 6854115 w 7228763"/>
              <a:gd name="connsiteY51" fmla="*/ 2650786 h 6858000"/>
              <a:gd name="connsiteX52" fmla="*/ 6859942 w 7228763"/>
              <a:gd name="connsiteY52" fmla="*/ 2661993 h 6858000"/>
              <a:gd name="connsiteX53" fmla="*/ 6851884 w 7228763"/>
              <a:gd name="connsiteY53" fmla="*/ 2670949 h 6858000"/>
              <a:gd name="connsiteX54" fmla="*/ 6846115 w 7228763"/>
              <a:gd name="connsiteY54" fmla="*/ 2690255 h 6858000"/>
              <a:gd name="connsiteX55" fmla="*/ 6846964 w 7228763"/>
              <a:gd name="connsiteY55" fmla="*/ 2695683 h 6858000"/>
              <a:gd name="connsiteX56" fmla="*/ 6836011 w 7228763"/>
              <a:gd name="connsiteY56" fmla="*/ 2713964 h 6858000"/>
              <a:gd name="connsiteX57" fmla="*/ 6830478 w 7228763"/>
              <a:gd name="connsiteY57" fmla="*/ 2730175 h 6858000"/>
              <a:gd name="connsiteX58" fmla="*/ 6841091 w 7228763"/>
              <a:gd name="connsiteY58" fmla="*/ 2763497 h 6858000"/>
              <a:gd name="connsiteX59" fmla="*/ 6803520 w 7228763"/>
              <a:gd name="connsiteY59" fmla="*/ 3051539 h 6858000"/>
              <a:gd name="connsiteX60" fmla="*/ 6733280 w 7228763"/>
              <a:gd name="connsiteY60" fmla="*/ 3335396 h 6858000"/>
              <a:gd name="connsiteX61" fmla="*/ 6735884 w 7228763"/>
              <a:gd name="connsiteY61" fmla="*/ 3456509 h 6858000"/>
              <a:gd name="connsiteX62" fmla="*/ 6715764 w 7228763"/>
              <a:gd name="connsiteY62" fmla="*/ 3531827 h 6858000"/>
              <a:gd name="connsiteX63" fmla="*/ 6730329 w 7228763"/>
              <a:gd name="connsiteY63" fmla="*/ 3570877 h 6858000"/>
              <a:gd name="connsiteX64" fmla="*/ 6727426 w 7228763"/>
              <a:gd name="connsiteY64" fmla="*/ 3583849 h 6858000"/>
              <a:gd name="connsiteX65" fmla="*/ 6718706 w 7228763"/>
              <a:gd name="connsiteY65" fmla="*/ 3592763 h 6858000"/>
              <a:gd name="connsiteX66" fmla="*/ 6693350 w 7228763"/>
              <a:gd name="connsiteY66" fmla="*/ 3653485 h 6858000"/>
              <a:gd name="connsiteX67" fmla="*/ 6685983 w 7228763"/>
              <a:gd name="connsiteY67" fmla="*/ 3670528 h 6858000"/>
              <a:gd name="connsiteX68" fmla="*/ 6687033 w 7228763"/>
              <a:gd name="connsiteY68" fmla="*/ 3685990 h 6858000"/>
              <a:gd name="connsiteX69" fmla="*/ 6693711 w 7228763"/>
              <a:gd name="connsiteY69" fmla="*/ 3690283 h 6858000"/>
              <a:gd name="connsiteX70" fmla="*/ 6690843 w 7228763"/>
              <a:gd name="connsiteY70" fmla="*/ 3699787 h 6858000"/>
              <a:gd name="connsiteX71" fmla="*/ 6691624 w 7228763"/>
              <a:gd name="connsiteY71" fmla="*/ 3702486 h 6858000"/>
              <a:gd name="connsiteX72" fmla="*/ 6694549 w 7228763"/>
              <a:gd name="connsiteY72" fmla="*/ 3717784 h 6858000"/>
              <a:gd name="connsiteX73" fmla="*/ 6662489 w 7228763"/>
              <a:gd name="connsiteY73" fmla="*/ 3746229 h 6858000"/>
              <a:gd name="connsiteX74" fmla="*/ 6575429 w 7228763"/>
              <a:gd name="connsiteY74" fmla="*/ 3924910 h 6858000"/>
              <a:gd name="connsiteX75" fmla="*/ 6538994 w 7228763"/>
              <a:gd name="connsiteY75" fmla="*/ 3989353 h 6858000"/>
              <a:gd name="connsiteX76" fmla="*/ 6535698 w 7228763"/>
              <a:gd name="connsiteY76" fmla="*/ 4033899 h 6858000"/>
              <a:gd name="connsiteX77" fmla="*/ 6527053 w 7228763"/>
              <a:gd name="connsiteY77" fmla="*/ 4142250 h 6858000"/>
              <a:gd name="connsiteX78" fmla="*/ 6501843 w 7228763"/>
              <a:gd name="connsiteY78" fmla="*/ 4329442 h 6858000"/>
              <a:gd name="connsiteX79" fmla="*/ 6489841 w 7228763"/>
              <a:gd name="connsiteY79" fmla="*/ 4456184 h 6858000"/>
              <a:gd name="connsiteX80" fmla="*/ 6482918 w 7228763"/>
              <a:gd name="connsiteY80" fmla="*/ 4468478 h 6858000"/>
              <a:gd name="connsiteX81" fmla="*/ 6484019 w 7228763"/>
              <a:gd name="connsiteY81" fmla="*/ 4469862 h 6858000"/>
              <a:gd name="connsiteX82" fmla="*/ 6481759 w 7228763"/>
              <a:gd name="connsiteY82" fmla="*/ 4483797 h 6858000"/>
              <a:gd name="connsiteX83" fmla="*/ 6477370 w 7228763"/>
              <a:gd name="connsiteY83" fmla="*/ 4487091 h 6858000"/>
              <a:gd name="connsiteX84" fmla="*/ 6474598 w 7228763"/>
              <a:gd name="connsiteY84" fmla="*/ 4496728 h 6858000"/>
              <a:gd name="connsiteX85" fmla="*/ 6465848 w 7228763"/>
              <a:gd name="connsiteY85" fmla="*/ 4515918 h 6858000"/>
              <a:gd name="connsiteX86" fmla="*/ 6467296 w 7228763"/>
              <a:gd name="connsiteY86" fmla="*/ 4519316 h 6858000"/>
              <a:gd name="connsiteX87" fmla="*/ 6458903 w 7228763"/>
              <a:gd name="connsiteY87" fmla="*/ 4547957 h 6858000"/>
              <a:gd name="connsiteX88" fmla="*/ 6460248 w 7228763"/>
              <a:gd name="connsiteY88" fmla="*/ 4548262 h 6858000"/>
              <a:gd name="connsiteX89" fmla="*/ 6464276 w 7228763"/>
              <a:gd name="connsiteY89" fmla="*/ 4555939 h 6858000"/>
              <a:gd name="connsiteX90" fmla="*/ 6468635 w 7228763"/>
              <a:gd name="connsiteY90" fmla="*/ 4570815 h 6858000"/>
              <a:gd name="connsiteX91" fmla="*/ 6488206 w 7228763"/>
              <a:gd name="connsiteY91" fmla="*/ 4633846 h 6858000"/>
              <a:gd name="connsiteX92" fmla="*/ 6487272 w 7228763"/>
              <a:gd name="connsiteY92" fmla="*/ 4639816 h 6858000"/>
              <a:gd name="connsiteX93" fmla="*/ 6487581 w 7228763"/>
              <a:gd name="connsiteY93" fmla="*/ 4639923 h 6858000"/>
              <a:gd name="connsiteX94" fmla="*/ 6487249 w 7228763"/>
              <a:gd name="connsiteY94" fmla="*/ 4646192 h 6858000"/>
              <a:gd name="connsiteX95" fmla="*/ 6485570 w 7228763"/>
              <a:gd name="connsiteY95" fmla="*/ 4650706 h 6858000"/>
              <a:gd name="connsiteX96" fmla="*/ 6483759 w 7228763"/>
              <a:gd name="connsiteY96" fmla="*/ 4662290 h 6858000"/>
              <a:gd name="connsiteX97" fmla="*/ 6485315 w 7228763"/>
              <a:gd name="connsiteY97" fmla="*/ 4666180 h 6858000"/>
              <a:gd name="connsiteX98" fmla="*/ 6489077 w 7228763"/>
              <a:gd name="connsiteY98" fmla="*/ 4667585 h 6858000"/>
              <a:gd name="connsiteX99" fmla="*/ 6488467 w 7228763"/>
              <a:gd name="connsiteY99" fmla="*/ 4668660 h 6858000"/>
              <a:gd name="connsiteX100" fmla="*/ 6496179 w 7228763"/>
              <a:gd name="connsiteY100" fmla="*/ 4689807 h 6858000"/>
              <a:gd name="connsiteX101" fmla="*/ 6500957 w 7228763"/>
              <a:gd name="connsiteY101" fmla="*/ 4737890 h 6858000"/>
              <a:gd name="connsiteX102" fmla="*/ 6498641 w 7228763"/>
              <a:gd name="connsiteY102" fmla="*/ 4765657 h 6858000"/>
              <a:gd name="connsiteX103" fmla="*/ 6497829 w 7228763"/>
              <a:gd name="connsiteY103" fmla="*/ 4841463 h 6858000"/>
              <a:gd name="connsiteX104" fmla="*/ 6521578 w 7228763"/>
              <a:gd name="connsiteY104" fmla="*/ 4969863 h 6858000"/>
              <a:gd name="connsiteX105" fmla="*/ 6518695 w 7228763"/>
              <a:gd name="connsiteY105" fmla="*/ 4974028 h 6858000"/>
              <a:gd name="connsiteX106" fmla="*/ 6516513 w 7228763"/>
              <a:gd name="connsiteY106" fmla="*/ 4980318 h 6858000"/>
              <a:gd name="connsiteX107" fmla="*/ 6516763 w 7228763"/>
              <a:gd name="connsiteY107" fmla="*/ 4980501 h 6858000"/>
              <a:gd name="connsiteX108" fmla="*/ 6514121 w 7228763"/>
              <a:gd name="connsiteY108" fmla="*/ 4986338 h 6858000"/>
              <a:gd name="connsiteX109" fmla="*/ 6511173 w 7228763"/>
              <a:gd name="connsiteY109" fmla="*/ 4991296 h 6858000"/>
              <a:gd name="connsiteX110" fmla="*/ 6546537 w 7228763"/>
              <a:gd name="connsiteY110" fmla="*/ 5076895 h 6858000"/>
              <a:gd name="connsiteX111" fmla="*/ 6544581 w 7228763"/>
              <a:gd name="connsiteY111" fmla="*/ 5081568 h 6858000"/>
              <a:gd name="connsiteX112" fmla="*/ 6543750 w 7228763"/>
              <a:gd name="connsiteY112" fmla="*/ 5088173 h 6858000"/>
              <a:gd name="connsiteX113" fmla="*/ 6544034 w 7228763"/>
              <a:gd name="connsiteY113" fmla="*/ 5088300 h 6858000"/>
              <a:gd name="connsiteX114" fmla="*/ 6542660 w 7228763"/>
              <a:gd name="connsiteY114" fmla="*/ 5094558 h 6858000"/>
              <a:gd name="connsiteX115" fmla="*/ 6532096 w 7228763"/>
              <a:gd name="connsiteY115" fmla="*/ 5125620 h 6858000"/>
              <a:gd name="connsiteX116" fmla="*/ 6533049 w 7228763"/>
              <a:gd name="connsiteY116" fmla="*/ 5268004 h 6858000"/>
              <a:gd name="connsiteX117" fmla="*/ 6533970 w 7228763"/>
              <a:gd name="connsiteY117" fmla="*/ 5269530 h 6858000"/>
              <a:gd name="connsiteX118" fmla="*/ 6502603 w 7228763"/>
              <a:gd name="connsiteY118" fmla="*/ 5390941 h 6858000"/>
              <a:gd name="connsiteX119" fmla="*/ 6477660 w 7228763"/>
              <a:gd name="connsiteY119" fmla="*/ 5539927 h 6858000"/>
              <a:gd name="connsiteX120" fmla="*/ 6456458 w 7228763"/>
              <a:gd name="connsiteY120" fmla="*/ 5791594 h 6858000"/>
              <a:gd name="connsiteX121" fmla="*/ 6434556 w 7228763"/>
              <a:gd name="connsiteY121" fmla="*/ 5855206 h 6858000"/>
              <a:gd name="connsiteX122" fmla="*/ 6418454 w 7228763"/>
              <a:gd name="connsiteY122" fmla="*/ 5873582 h 6858000"/>
              <a:gd name="connsiteX123" fmla="*/ 6419875 w 7228763"/>
              <a:gd name="connsiteY123" fmla="*/ 5876037 h 6858000"/>
              <a:gd name="connsiteX124" fmla="*/ 6419775 w 7228763"/>
              <a:gd name="connsiteY124" fmla="*/ 5886534 h 6858000"/>
              <a:gd name="connsiteX125" fmla="*/ 6426971 w 7228763"/>
              <a:gd name="connsiteY125" fmla="*/ 5888644 h 6858000"/>
              <a:gd name="connsiteX126" fmla="*/ 6431999 w 7228763"/>
              <a:gd name="connsiteY126" fmla="*/ 5903832 h 6858000"/>
              <a:gd name="connsiteX127" fmla="*/ 6429798 w 7228763"/>
              <a:gd name="connsiteY127" fmla="*/ 5923391 h 6858000"/>
              <a:gd name="connsiteX128" fmla="*/ 6434072 w 7228763"/>
              <a:gd name="connsiteY128" fmla="*/ 6013205 h 6858000"/>
              <a:gd name="connsiteX129" fmla="*/ 6439333 w 7228763"/>
              <a:gd name="connsiteY129" fmla="*/ 6074018 h 6858000"/>
              <a:gd name="connsiteX130" fmla="*/ 6463083 w 7228763"/>
              <a:gd name="connsiteY130" fmla="*/ 6130837 h 6858000"/>
              <a:gd name="connsiteX131" fmla="*/ 6457360 w 7228763"/>
              <a:gd name="connsiteY131" fmla="*/ 6152982 h 6858000"/>
              <a:gd name="connsiteX132" fmla="*/ 6495529 w 7228763"/>
              <a:gd name="connsiteY132" fmla="*/ 6221100 h 6858000"/>
              <a:gd name="connsiteX133" fmla="*/ 6514948 w 7228763"/>
              <a:gd name="connsiteY133" fmla="*/ 6287550 h 6858000"/>
              <a:gd name="connsiteX134" fmla="*/ 6545124 w 7228763"/>
              <a:gd name="connsiteY134" fmla="*/ 6401595 h 6858000"/>
              <a:gd name="connsiteX135" fmla="*/ 6525833 w 7228763"/>
              <a:gd name="connsiteY135" fmla="*/ 6487110 h 6858000"/>
              <a:gd name="connsiteX136" fmla="*/ 6554825 w 7228763"/>
              <a:gd name="connsiteY136" fmla="*/ 6588589 h 6858000"/>
              <a:gd name="connsiteX137" fmla="*/ 6601569 w 7228763"/>
              <a:gd name="connsiteY137" fmla="*/ 6769963 h 6858000"/>
              <a:gd name="connsiteX138" fmla="*/ 6620945 w 7228763"/>
              <a:gd name="connsiteY138" fmla="*/ 6835814 h 6858000"/>
              <a:gd name="connsiteX139" fmla="*/ 6625906 w 7228763"/>
              <a:gd name="connsiteY139" fmla="*/ 6858000 h 6858000"/>
              <a:gd name="connsiteX140" fmla="*/ 723901 w 7228763"/>
              <a:gd name="connsiteY140" fmla="*/ 6858000 h 6858000"/>
              <a:gd name="connsiteX141" fmla="*/ 501961 w 7228763"/>
              <a:gd name="connsiteY141" fmla="*/ 6858000 h 6858000"/>
              <a:gd name="connsiteX142" fmla="*/ 0 w 7228763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7228763" h="6858000">
                <a:moveTo>
                  <a:pt x="0" y="0"/>
                </a:moveTo>
                <a:lnTo>
                  <a:pt x="501961" y="0"/>
                </a:lnTo>
                <a:lnTo>
                  <a:pt x="723901" y="0"/>
                </a:lnTo>
                <a:lnTo>
                  <a:pt x="7228583" y="0"/>
                </a:lnTo>
                <a:lnTo>
                  <a:pt x="7228763" y="1"/>
                </a:lnTo>
                <a:lnTo>
                  <a:pt x="7221350" y="30700"/>
                </a:lnTo>
                <a:cubicBezTo>
                  <a:pt x="7216059" y="84364"/>
                  <a:pt x="7200969" y="241149"/>
                  <a:pt x="7199900" y="310025"/>
                </a:cubicBezTo>
                <a:cubicBezTo>
                  <a:pt x="7203643" y="367544"/>
                  <a:pt x="7214102" y="408251"/>
                  <a:pt x="7214938" y="443960"/>
                </a:cubicBezTo>
                <a:cubicBezTo>
                  <a:pt x="7210660" y="499397"/>
                  <a:pt x="7182360" y="604434"/>
                  <a:pt x="7174238" y="642659"/>
                </a:cubicBezTo>
                <a:cubicBezTo>
                  <a:pt x="7182965" y="657287"/>
                  <a:pt x="7155519" y="658191"/>
                  <a:pt x="7166213" y="673307"/>
                </a:cubicBezTo>
                <a:cubicBezTo>
                  <a:pt x="7166618" y="693769"/>
                  <a:pt x="7143764" y="797295"/>
                  <a:pt x="7128963" y="839641"/>
                </a:cubicBezTo>
                <a:cubicBezTo>
                  <a:pt x="7112293" y="887148"/>
                  <a:pt x="7075906" y="937731"/>
                  <a:pt x="7066183" y="958357"/>
                </a:cubicBezTo>
                <a:cubicBezTo>
                  <a:pt x="7056459" y="978983"/>
                  <a:pt x="7077843" y="936930"/>
                  <a:pt x="7070620" y="963398"/>
                </a:cubicBezTo>
                <a:cubicBezTo>
                  <a:pt x="7063399" y="989867"/>
                  <a:pt x="7031301" y="1087010"/>
                  <a:pt x="7022851" y="1117169"/>
                </a:cubicBezTo>
                <a:cubicBezTo>
                  <a:pt x="7039554" y="1118586"/>
                  <a:pt x="7009272" y="1135372"/>
                  <a:pt x="7019920" y="1144352"/>
                </a:cubicBezTo>
                <a:cubicBezTo>
                  <a:pt x="7029274" y="1150681"/>
                  <a:pt x="7022270" y="1157251"/>
                  <a:pt x="7021476" y="1164484"/>
                </a:cubicBezTo>
                <a:cubicBezTo>
                  <a:pt x="7028800" y="1173524"/>
                  <a:pt x="7015215" y="1205209"/>
                  <a:pt x="7005576" y="1213829"/>
                </a:cubicBezTo>
                <a:cubicBezTo>
                  <a:pt x="6972150" y="1235037"/>
                  <a:pt x="6996546" y="1277327"/>
                  <a:pt x="6970919" y="1294823"/>
                </a:cubicBezTo>
                <a:cubicBezTo>
                  <a:pt x="6967139" y="1300845"/>
                  <a:pt x="6965581" y="1306615"/>
                  <a:pt x="6965413" y="1312193"/>
                </a:cubicBezTo>
                <a:lnTo>
                  <a:pt x="6968106" y="1327626"/>
                </a:lnTo>
                <a:lnTo>
                  <a:pt x="6975202" y="1331644"/>
                </a:lnTo>
                <a:lnTo>
                  <a:pt x="6973366" y="1341276"/>
                </a:lnTo>
                <a:cubicBezTo>
                  <a:pt x="6973720" y="1342166"/>
                  <a:pt x="6974074" y="1343055"/>
                  <a:pt x="6974428" y="1343945"/>
                </a:cubicBezTo>
                <a:cubicBezTo>
                  <a:pt x="6976493" y="1349040"/>
                  <a:pt x="6978286" y="1354080"/>
                  <a:pt x="6978971" y="1359134"/>
                </a:cubicBezTo>
                <a:cubicBezTo>
                  <a:pt x="6974288" y="1373109"/>
                  <a:pt x="6958295" y="1397612"/>
                  <a:pt x="6946335" y="1427803"/>
                </a:cubicBezTo>
                <a:cubicBezTo>
                  <a:pt x="6924178" y="1460349"/>
                  <a:pt x="6924483" y="1505076"/>
                  <a:pt x="6907208" y="1540278"/>
                </a:cubicBezTo>
                <a:lnTo>
                  <a:pt x="6901698" y="1547262"/>
                </a:lnTo>
                <a:lnTo>
                  <a:pt x="6902877" y="1577056"/>
                </a:lnTo>
                <a:cubicBezTo>
                  <a:pt x="6907187" y="1582205"/>
                  <a:pt x="6908314" y="1589568"/>
                  <a:pt x="6904067" y="1595898"/>
                </a:cubicBezTo>
                <a:lnTo>
                  <a:pt x="6891817" y="1703726"/>
                </a:lnTo>
                <a:cubicBezTo>
                  <a:pt x="6890892" y="1739332"/>
                  <a:pt x="6882506" y="1754453"/>
                  <a:pt x="6898520" y="1809535"/>
                </a:cubicBezTo>
                <a:cubicBezTo>
                  <a:pt x="6919736" y="1868036"/>
                  <a:pt x="6890400" y="1952670"/>
                  <a:pt x="6897783" y="2018310"/>
                </a:cubicBezTo>
                <a:cubicBezTo>
                  <a:pt x="6868750" y="2053162"/>
                  <a:pt x="6894827" y="2034561"/>
                  <a:pt x="6887647" y="2071355"/>
                </a:cubicBezTo>
                <a:lnTo>
                  <a:pt x="6888952" y="2141166"/>
                </a:lnTo>
                <a:lnTo>
                  <a:pt x="6887101" y="2154548"/>
                </a:lnTo>
                <a:lnTo>
                  <a:pt x="6880519" y="2158153"/>
                </a:lnTo>
                <a:lnTo>
                  <a:pt x="6873389" y="2178174"/>
                </a:lnTo>
                <a:cubicBezTo>
                  <a:pt x="6871658" y="2185696"/>
                  <a:pt x="6870890" y="2193828"/>
                  <a:pt x="6871679" y="2202858"/>
                </a:cubicBezTo>
                <a:cubicBezTo>
                  <a:pt x="6884787" y="2232772"/>
                  <a:pt x="6852680" y="2283357"/>
                  <a:pt x="6870321" y="2320214"/>
                </a:cubicBezTo>
                <a:cubicBezTo>
                  <a:pt x="6868006" y="2355906"/>
                  <a:pt x="6861023" y="2394678"/>
                  <a:pt x="6857787" y="2417011"/>
                </a:cubicBezTo>
                <a:cubicBezTo>
                  <a:pt x="6846931" y="2426377"/>
                  <a:pt x="6863720" y="2456509"/>
                  <a:pt x="6850905" y="2454207"/>
                </a:cubicBezTo>
                <a:cubicBezTo>
                  <a:pt x="6856659" y="2464947"/>
                  <a:pt x="6853850" y="2476105"/>
                  <a:pt x="6848900" y="2487203"/>
                </a:cubicBezTo>
                <a:lnTo>
                  <a:pt x="6837487" y="2512282"/>
                </a:lnTo>
                <a:cubicBezTo>
                  <a:pt x="6837823" y="2512961"/>
                  <a:pt x="6838158" y="2513640"/>
                  <a:pt x="6838494" y="2514318"/>
                </a:cubicBezTo>
                <a:cubicBezTo>
                  <a:pt x="6846991" y="2534324"/>
                  <a:pt x="6855486" y="2554328"/>
                  <a:pt x="6863982" y="2574334"/>
                </a:cubicBezTo>
                <a:lnTo>
                  <a:pt x="6862893" y="2579877"/>
                </a:lnTo>
                <a:cubicBezTo>
                  <a:pt x="6862738" y="2585644"/>
                  <a:pt x="6863120" y="2603388"/>
                  <a:pt x="6863047" y="2608928"/>
                </a:cubicBezTo>
                <a:lnTo>
                  <a:pt x="6862462" y="2613111"/>
                </a:lnTo>
                <a:lnTo>
                  <a:pt x="6854084" y="2621996"/>
                </a:lnTo>
                <a:lnTo>
                  <a:pt x="6856559" y="2634265"/>
                </a:lnTo>
                <a:lnTo>
                  <a:pt x="6847985" y="2647237"/>
                </a:lnTo>
                <a:cubicBezTo>
                  <a:pt x="6850226" y="2648158"/>
                  <a:pt x="6852294" y="2649356"/>
                  <a:pt x="6854115" y="2650786"/>
                </a:cubicBezTo>
                <a:lnTo>
                  <a:pt x="6859942" y="2661993"/>
                </a:lnTo>
                <a:lnTo>
                  <a:pt x="6851884" y="2670949"/>
                </a:lnTo>
                <a:cubicBezTo>
                  <a:pt x="6864376" y="2672007"/>
                  <a:pt x="6849871" y="2681695"/>
                  <a:pt x="6846115" y="2690255"/>
                </a:cubicBezTo>
                <a:lnTo>
                  <a:pt x="6846964" y="2695683"/>
                </a:lnTo>
                <a:lnTo>
                  <a:pt x="6836011" y="2713964"/>
                </a:lnTo>
                <a:lnTo>
                  <a:pt x="6830478" y="2730175"/>
                </a:lnTo>
                <a:lnTo>
                  <a:pt x="6841091" y="2763497"/>
                </a:lnTo>
                <a:lnTo>
                  <a:pt x="6803520" y="3051539"/>
                </a:lnTo>
                <a:cubicBezTo>
                  <a:pt x="6790420" y="3165645"/>
                  <a:pt x="6749912" y="3216611"/>
                  <a:pt x="6733280" y="3335396"/>
                </a:cubicBezTo>
                <a:lnTo>
                  <a:pt x="6735884" y="3456509"/>
                </a:lnTo>
                <a:lnTo>
                  <a:pt x="6715764" y="3531827"/>
                </a:lnTo>
                <a:lnTo>
                  <a:pt x="6730329" y="3570877"/>
                </a:lnTo>
                <a:lnTo>
                  <a:pt x="6727426" y="3583849"/>
                </a:lnTo>
                <a:lnTo>
                  <a:pt x="6718706" y="3592763"/>
                </a:lnTo>
                <a:cubicBezTo>
                  <a:pt x="6707946" y="3613948"/>
                  <a:pt x="6713985" y="3641245"/>
                  <a:pt x="6693350" y="3653485"/>
                </a:cubicBezTo>
                <a:cubicBezTo>
                  <a:pt x="6688922" y="3659316"/>
                  <a:pt x="6686748" y="3664985"/>
                  <a:pt x="6685983" y="3670528"/>
                </a:cubicBezTo>
                <a:lnTo>
                  <a:pt x="6687033" y="3685990"/>
                </a:lnTo>
                <a:lnTo>
                  <a:pt x="6693711" y="3690283"/>
                </a:lnTo>
                <a:lnTo>
                  <a:pt x="6690843" y="3699787"/>
                </a:lnTo>
                <a:cubicBezTo>
                  <a:pt x="6691104" y="3700686"/>
                  <a:pt x="6691364" y="3701586"/>
                  <a:pt x="6691624" y="3702486"/>
                </a:cubicBezTo>
                <a:cubicBezTo>
                  <a:pt x="6693145" y="3707637"/>
                  <a:pt x="6694400" y="3712728"/>
                  <a:pt x="6694549" y="3717784"/>
                </a:cubicBezTo>
                <a:cubicBezTo>
                  <a:pt x="6659304" y="3711701"/>
                  <a:pt x="6689997" y="3759789"/>
                  <a:pt x="6662489" y="3746229"/>
                </a:cubicBezTo>
                <a:cubicBezTo>
                  <a:pt x="6642637" y="3780750"/>
                  <a:pt x="6605132" y="3867558"/>
                  <a:pt x="6575429" y="3924910"/>
                </a:cubicBezTo>
                <a:lnTo>
                  <a:pt x="6538994" y="3989353"/>
                </a:lnTo>
                <a:lnTo>
                  <a:pt x="6535698" y="4033899"/>
                </a:lnTo>
                <a:cubicBezTo>
                  <a:pt x="6533175" y="4070470"/>
                  <a:pt x="6530536" y="4110146"/>
                  <a:pt x="6527053" y="4142250"/>
                </a:cubicBezTo>
                <a:cubicBezTo>
                  <a:pt x="6519001" y="4200007"/>
                  <a:pt x="6506061" y="4278998"/>
                  <a:pt x="6501843" y="4329442"/>
                </a:cubicBezTo>
                <a:cubicBezTo>
                  <a:pt x="6495642" y="4381764"/>
                  <a:pt x="6492993" y="4433012"/>
                  <a:pt x="6489841" y="4456184"/>
                </a:cubicBezTo>
                <a:lnTo>
                  <a:pt x="6482918" y="4468478"/>
                </a:lnTo>
                <a:lnTo>
                  <a:pt x="6484019" y="4469862"/>
                </a:lnTo>
                <a:cubicBezTo>
                  <a:pt x="6485835" y="4476321"/>
                  <a:pt x="6484493" y="4480555"/>
                  <a:pt x="6481759" y="4483797"/>
                </a:cubicBezTo>
                <a:lnTo>
                  <a:pt x="6477370" y="4487091"/>
                </a:lnTo>
                <a:lnTo>
                  <a:pt x="6474598" y="4496728"/>
                </a:lnTo>
                <a:lnTo>
                  <a:pt x="6465848" y="4515918"/>
                </a:lnTo>
                <a:cubicBezTo>
                  <a:pt x="6466332" y="4517049"/>
                  <a:pt x="6466814" y="4518182"/>
                  <a:pt x="6467296" y="4519316"/>
                </a:cubicBezTo>
                <a:lnTo>
                  <a:pt x="6458903" y="4547957"/>
                </a:lnTo>
                <a:lnTo>
                  <a:pt x="6460248" y="4548262"/>
                </a:lnTo>
                <a:cubicBezTo>
                  <a:pt x="6463078" y="4549595"/>
                  <a:pt x="6464808" y="4551811"/>
                  <a:pt x="6464276" y="4555939"/>
                </a:cubicBezTo>
                <a:cubicBezTo>
                  <a:pt x="6486531" y="4548276"/>
                  <a:pt x="6472165" y="4557977"/>
                  <a:pt x="6468635" y="4570815"/>
                </a:cubicBezTo>
                <a:cubicBezTo>
                  <a:pt x="6472622" y="4583801"/>
                  <a:pt x="6485098" y="4622347"/>
                  <a:pt x="6488206" y="4633846"/>
                </a:cubicBezTo>
                <a:lnTo>
                  <a:pt x="6487272" y="4639816"/>
                </a:lnTo>
                <a:lnTo>
                  <a:pt x="6487581" y="4639923"/>
                </a:lnTo>
                <a:cubicBezTo>
                  <a:pt x="6488082" y="4641190"/>
                  <a:pt x="6488037" y="4643141"/>
                  <a:pt x="6487249" y="4646192"/>
                </a:cubicBezTo>
                <a:lnTo>
                  <a:pt x="6485570" y="4650706"/>
                </a:lnTo>
                <a:lnTo>
                  <a:pt x="6483759" y="4662290"/>
                </a:lnTo>
                <a:cubicBezTo>
                  <a:pt x="6484278" y="4663587"/>
                  <a:pt x="6484797" y="4664883"/>
                  <a:pt x="6485315" y="4666180"/>
                </a:cubicBezTo>
                <a:lnTo>
                  <a:pt x="6489077" y="4667585"/>
                </a:lnTo>
                <a:lnTo>
                  <a:pt x="6488467" y="4668660"/>
                </a:lnTo>
                <a:cubicBezTo>
                  <a:pt x="6480300" y="4676831"/>
                  <a:pt x="6469898" y="4679345"/>
                  <a:pt x="6496179" y="4689807"/>
                </a:cubicBezTo>
                <a:cubicBezTo>
                  <a:pt x="6482141" y="4708535"/>
                  <a:pt x="6498545" y="4712235"/>
                  <a:pt x="6500957" y="4737890"/>
                </a:cubicBezTo>
                <a:cubicBezTo>
                  <a:pt x="6488706" y="4748600"/>
                  <a:pt x="6491350" y="4757223"/>
                  <a:pt x="6498641" y="4765657"/>
                </a:cubicBezTo>
                <a:cubicBezTo>
                  <a:pt x="6490164" y="4790618"/>
                  <a:pt x="6498852" y="4813399"/>
                  <a:pt x="6497829" y="4841463"/>
                </a:cubicBezTo>
                <a:lnTo>
                  <a:pt x="6521578" y="4969863"/>
                </a:lnTo>
                <a:lnTo>
                  <a:pt x="6518695" y="4974028"/>
                </a:lnTo>
                <a:cubicBezTo>
                  <a:pt x="6517064" y="4976933"/>
                  <a:pt x="6516439" y="4978909"/>
                  <a:pt x="6516513" y="4980318"/>
                </a:cubicBezTo>
                <a:lnTo>
                  <a:pt x="6516763" y="4980501"/>
                </a:lnTo>
                <a:lnTo>
                  <a:pt x="6514121" y="4986338"/>
                </a:lnTo>
                <a:lnTo>
                  <a:pt x="6511173" y="4991296"/>
                </a:lnTo>
                <a:cubicBezTo>
                  <a:pt x="6522961" y="5019829"/>
                  <a:pt x="6534748" y="5048361"/>
                  <a:pt x="6546537" y="5076895"/>
                </a:cubicBezTo>
                <a:lnTo>
                  <a:pt x="6544581" y="5081568"/>
                </a:lnTo>
                <a:cubicBezTo>
                  <a:pt x="6543589" y="5084748"/>
                  <a:pt x="6543387" y="5086810"/>
                  <a:pt x="6543750" y="5088173"/>
                </a:cubicBezTo>
                <a:lnTo>
                  <a:pt x="6544034" y="5088300"/>
                </a:lnTo>
                <a:lnTo>
                  <a:pt x="6542660" y="5094558"/>
                </a:lnTo>
                <a:cubicBezTo>
                  <a:pt x="6539647" y="5105196"/>
                  <a:pt x="6536055" y="5115626"/>
                  <a:pt x="6532096" y="5125620"/>
                </a:cubicBezTo>
                <a:cubicBezTo>
                  <a:pt x="6530494" y="5154527"/>
                  <a:pt x="6532737" y="5244020"/>
                  <a:pt x="6533049" y="5268004"/>
                </a:cubicBezTo>
                <a:cubicBezTo>
                  <a:pt x="6533356" y="5268513"/>
                  <a:pt x="6533664" y="5269021"/>
                  <a:pt x="6533970" y="5269530"/>
                </a:cubicBezTo>
                <a:lnTo>
                  <a:pt x="6502603" y="5390941"/>
                </a:lnTo>
                <a:cubicBezTo>
                  <a:pt x="6487576" y="5438194"/>
                  <a:pt x="6471524" y="5465286"/>
                  <a:pt x="6477660" y="5539927"/>
                </a:cubicBezTo>
                <a:cubicBezTo>
                  <a:pt x="6469926" y="5610775"/>
                  <a:pt x="6461800" y="5740573"/>
                  <a:pt x="6456458" y="5791594"/>
                </a:cubicBezTo>
                <a:cubicBezTo>
                  <a:pt x="6427890" y="5787060"/>
                  <a:pt x="6468179" y="5849672"/>
                  <a:pt x="6434556" y="5855206"/>
                </a:cubicBezTo>
                <a:cubicBezTo>
                  <a:pt x="6436026" y="5860240"/>
                  <a:pt x="6415712" y="5868910"/>
                  <a:pt x="6418454" y="5873582"/>
                </a:cubicBezTo>
                <a:cubicBezTo>
                  <a:pt x="6418927" y="5874401"/>
                  <a:pt x="6419401" y="5875218"/>
                  <a:pt x="6419875" y="5876037"/>
                </a:cubicBezTo>
                <a:lnTo>
                  <a:pt x="6419775" y="5886534"/>
                </a:lnTo>
                <a:lnTo>
                  <a:pt x="6426971" y="5888644"/>
                </a:lnTo>
                <a:cubicBezTo>
                  <a:pt x="6428647" y="5893707"/>
                  <a:pt x="6430322" y="5898769"/>
                  <a:pt x="6431999" y="5903832"/>
                </a:cubicBezTo>
                <a:cubicBezTo>
                  <a:pt x="6432764" y="5909651"/>
                  <a:pt x="6432285" y="5916068"/>
                  <a:pt x="6429798" y="5923391"/>
                </a:cubicBezTo>
                <a:cubicBezTo>
                  <a:pt x="6409104" y="5948880"/>
                  <a:pt x="6461339" y="5981626"/>
                  <a:pt x="6434072" y="6013205"/>
                </a:cubicBezTo>
                <a:cubicBezTo>
                  <a:pt x="6426624" y="6024901"/>
                  <a:pt x="6431095" y="6066777"/>
                  <a:pt x="6439333" y="6074018"/>
                </a:cubicBezTo>
                <a:cubicBezTo>
                  <a:pt x="6439795" y="6081731"/>
                  <a:pt x="6453428" y="6126985"/>
                  <a:pt x="6463083" y="6130837"/>
                </a:cubicBezTo>
                <a:cubicBezTo>
                  <a:pt x="6474368" y="6137057"/>
                  <a:pt x="6441750" y="6156330"/>
                  <a:pt x="6457360" y="6152982"/>
                </a:cubicBezTo>
                <a:cubicBezTo>
                  <a:pt x="6454563" y="6186619"/>
                  <a:pt x="6497804" y="6191636"/>
                  <a:pt x="6495529" y="6221100"/>
                </a:cubicBezTo>
                <a:cubicBezTo>
                  <a:pt x="6497396" y="6222126"/>
                  <a:pt x="6506682" y="6257468"/>
                  <a:pt x="6514948" y="6287550"/>
                </a:cubicBezTo>
                <a:cubicBezTo>
                  <a:pt x="6523215" y="6317632"/>
                  <a:pt x="6556102" y="6391312"/>
                  <a:pt x="6545124" y="6401595"/>
                </a:cubicBezTo>
                <a:cubicBezTo>
                  <a:pt x="6546214" y="6423902"/>
                  <a:pt x="6525024" y="6432919"/>
                  <a:pt x="6525833" y="6487110"/>
                </a:cubicBezTo>
                <a:cubicBezTo>
                  <a:pt x="6547115" y="6574474"/>
                  <a:pt x="6547900" y="6553611"/>
                  <a:pt x="6554825" y="6588589"/>
                </a:cubicBezTo>
                <a:cubicBezTo>
                  <a:pt x="6583783" y="6637976"/>
                  <a:pt x="6536155" y="6687723"/>
                  <a:pt x="6601569" y="6769963"/>
                </a:cubicBezTo>
                <a:cubicBezTo>
                  <a:pt x="6623036" y="6819284"/>
                  <a:pt x="6607516" y="6817955"/>
                  <a:pt x="6620945" y="6835814"/>
                </a:cubicBezTo>
                <a:lnTo>
                  <a:pt x="6625906" y="6858000"/>
                </a:lnTo>
                <a:lnTo>
                  <a:pt x="723901" y="6858000"/>
                </a:lnTo>
                <a:lnTo>
                  <a:pt x="50196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CECDA-705B-BE59-28B4-7C17D01C9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5562706" cy="1426234"/>
          </a:xfrm>
        </p:spPr>
        <p:txBody>
          <a:bodyPr>
            <a:normAutofit/>
          </a:bodyPr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C45379-570A-D20D-565C-50BE7C9E5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20" y="2302640"/>
            <a:ext cx="7062951" cy="3951737"/>
          </a:xfrm>
        </p:spPr>
        <p:txBody>
          <a:bodyPr>
            <a:normAutofit/>
          </a:bodyPr>
          <a:lstStyle/>
          <a:p>
            <a:r>
              <a:rPr lang="en-IN" sz="2400" b="1" dirty="0"/>
              <a:t>Core Drivers:</a:t>
            </a:r>
            <a:r>
              <a:rPr lang="en-IN" sz="2400" dirty="0"/>
              <a:t> </a:t>
            </a:r>
            <a:r>
              <a:rPr lang="en-IN" sz="2400" dirty="0" err="1"/>
              <a:t>Blinkit’s</a:t>
            </a:r>
            <a:r>
              <a:rPr lang="en-IN" sz="2400" dirty="0"/>
              <a:t> revenue is successfully powered by Supermarket Type 1 formats and high-performing Tier 2 regional markets.</a:t>
            </a:r>
          </a:p>
          <a:p>
            <a:endParaRPr lang="en-IN" sz="2400" dirty="0"/>
          </a:p>
          <a:p>
            <a:r>
              <a:rPr lang="en-IN" sz="2400" b="1" dirty="0"/>
              <a:t>Growth Path:</a:t>
            </a:r>
            <a:r>
              <a:rPr lang="en-IN" sz="2400" dirty="0"/>
              <a:t> Future success relies on scaling small outlet formats and optimizing inventory to match high-demand food categories.</a:t>
            </a:r>
          </a:p>
          <a:p>
            <a:endParaRPr lang="en-IN" dirty="0"/>
          </a:p>
        </p:txBody>
      </p:sp>
      <p:pic>
        <p:nvPicPr>
          <p:cNvPr id="11" name="Graphic 10" descr="Kiosk">
            <a:extLst>
              <a:ext uri="{FF2B5EF4-FFF2-40B4-BE49-F238E27FC236}">
                <a16:creationId xmlns:a16="http://schemas.microsoft.com/office/drawing/2014/main" id="{2FC66A46-32BF-2818-98F9-AB1D2451BD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3784" y="1460843"/>
            <a:ext cx="3951737" cy="395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88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CEDE2E-C8CD-424B-A0AB-9CDDD3A4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AEC738E-E912-420C-B0E2-17A69DF32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5620" y="0"/>
            <a:ext cx="11816380" cy="6858000"/>
          </a:xfrm>
          <a:custGeom>
            <a:avLst/>
            <a:gdLst>
              <a:gd name="connsiteX0" fmla="*/ 8367 w 11816380"/>
              <a:gd name="connsiteY0" fmla="*/ 6848079 h 6858000"/>
              <a:gd name="connsiteX1" fmla="*/ 946 w 11816380"/>
              <a:gd name="connsiteY1" fmla="*/ 6858000 h 6858000"/>
              <a:gd name="connsiteX2" fmla="*/ 0 w 11816380"/>
              <a:gd name="connsiteY2" fmla="*/ 6858000 h 6858000"/>
              <a:gd name="connsiteX3" fmla="*/ 8008701 w 11816380"/>
              <a:gd name="connsiteY3" fmla="*/ 0 h 6858000"/>
              <a:gd name="connsiteX4" fmla="*/ 11816380 w 11816380"/>
              <a:gd name="connsiteY4" fmla="*/ 0 h 6858000"/>
              <a:gd name="connsiteX5" fmla="*/ 11816380 w 11816380"/>
              <a:gd name="connsiteY5" fmla="*/ 6858000 h 6858000"/>
              <a:gd name="connsiteX6" fmla="*/ 12879 w 11816380"/>
              <a:gd name="connsiteY6" fmla="*/ 6858000 h 6858000"/>
              <a:gd name="connsiteX7" fmla="*/ 185257 w 11816380"/>
              <a:gd name="connsiteY7" fmla="*/ 6681490 h 6858000"/>
              <a:gd name="connsiteX8" fmla="*/ 349627 w 11816380"/>
              <a:gd name="connsiteY8" fmla="*/ 6491141 h 6858000"/>
              <a:gd name="connsiteX9" fmla="*/ 435850 w 11816380"/>
              <a:gd name="connsiteY9" fmla="*/ 6356175 h 6858000"/>
              <a:gd name="connsiteX10" fmla="*/ 513949 w 11816380"/>
              <a:gd name="connsiteY10" fmla="*/ 6236376 h 6858000"/>
              <a:gd name="connsiteX11" fmla="*/ 644725 w 11816380"/>
              <a:gd name="connsiteY11" fmla="*/ 6047133 h 6858000"/>
              <a:gd name="connsiteX12" fmla="*/ 755864 w 11816380"/>
              <a:gd name="connsiteY12" fmla="*/ 5875377 h 6858000"/>
              <a:gd name="connsiteX13" fmla="*/ 805295 w 11816380"/>
              <a:gd name="connsiteY13" fmla="*/ 5828953 h 6858000"/>
              <a:gd name="connsiteX14" fmla="*/ 854705 w 11816380"/>
              <a:gd name="connsiteY14" fmla="*/ 5795741 h 6858000"/>
              <a:gd name="connsiteX15" fmla="*/ 864711 w 11816380"/>
              <a:gd name="connsiteY15" fmla="*/ 5789123 h 6858000"/>
              <a:gd name="connsiteX16" fmla="*/ 915038 w 11816380"/>
              <a:gd name="connsiteY16" fmla="*/ 5676299 h 6858000"/>
              <a:gd name="connsiteX17" fmla="*/ 891159 w 11816380"/>
              <a:gd name="connsiteY17" fmla="*/ 5752283 h 6858000"/>
              <a:gd name="connsiteX18" fmla="*/ 891423 w 11816380"/>
              <a:gd name="connsiteY18" fmla="*/ 5752392 h 6858000"/>
              <a:gd name="connsiteX19" fmla="*/ 933153 w 11816380"/>
              <a:gd name="connsiteY19" fmla="*/ 5622359 h 6858000"/>
              <a:gd name="connsiteX20" fmla="*/ 988982 w 11816380"/>
              <a:gd name="connsiteY20" fmla="*/ 5555854 h 6858000"/>
              <a:gd name="connsiteX21" fmla="*/ 1027589 w 11816380"/>
              <a:gd name="connsiteY21" fmla="*/ 5528213 h 6858000"/>
              <a:gd name="connsiteX22" fmla="*/ 1049768 w 11816380"/>
              <a:gd name="connsiteY22" fmla="*/ 5510295 h 6858000"/>
              <a:gd name="connsiteX23" fmla="*/ 1086224 w 11816380"/>
              <a:gd name="connsiteY23" fmla="*/ 5455516 h 6858000"/>
              <a:gd name="connsiteX24" fmla="*/ 1219479 w 11816380"/>
              <a:gd name="connsiteY24" fmla="*/ 5343472 h 6858000"/>
              <a:gd name="connsiteX25" fmla="*/ 1313068 w 11816380"/>
              <a:gd name="connsiteY25" fmla="*/ 5275221 h 6858000"/>
              <a:gd name="connsiteX26" fmla="*/ 1370857 w 11816380"/>
              <a:gd name="connsiteY26" fmla="*/ 5250801 h 6858000"/>
              <a:gd name="connsiteX27" fmla="*/ 1383927 w 11816380"/>
              <a:gd name="connsiteY27" fmla="*/ 5241501 h 6858000"/>
              <a:gd name="connsiteX28" fmla="*/ 1389964 w 11816380"/>
              <a:gd name="connsiteY28" fmla="*/ 5235966 h 6858000"/>
              <a:gd name="connsiteX29" fmla="*/ 1436180 w 11816380"/>
              <a:gd name="connsiteY29" fmla="*/ 5191057 h 6858000"/>
              <a:gd name="connsiteX30" fmla="*/ 1462293 w 11816380"/>
              <a:gd name="connsiteY30" fmla="*/ 5172481 h 6858000"/>
              <a:gd name="connsiteX31" fmla="*/ 1471185 w 11816380"/>
              <a:gd name="connsiteY31" fmla="*/ 5172057 h 6858000"/>
              <a:gd name="connsiteX32" fmla="*/ 1484305 w 11816380"/>
              <a:gd name="connsiteY32" fmla="*/ 5160542 h 6858000"/>
              <a:gd name="connsiteX33" fmla="*/ 1554881 w 11816380"/>
              <a:gd name="connsiteY33" fmla="*/ 5084696 h 6858000"/>
              <a:gd name="connsiteX34" fmla="*/ 1636417 w 11816380"/>
              <a:gd name="connsiteY34" fmla="*/ 5001825 h 6858000"/>
              <a:gd name="connsiteX35" fmla="*/ 1660648 w 11816380"/>
              <a:gd name="connsiteY35" fmla="*/ 4950880 h 6858000"/>
              <a:gd name="connsiteX36" fmla="*/ 1706248 w 11816380"/>
              <a:gd name="connsiteY36" fmla="*/ 4843347 h 6858000"/>
              <a:gd name="connsiteX37" fmla="*/ 1710144 w 11816380"/>
              <a:gd name="connsiteY37" fmla="*/ 4829405 h 6858000"/>
              <a:gd name="connsiteX38" fmla="*/ 1719000 w 11816380"/>
              <a:gd name="connsiteY38" fmla="*/ 4829676 h 6858000"/>
              <a:gd name="connsiteX39" fmla="*/ 1733138 w 11816380"/>
              <a:gd name="connsiteY39" fmla="*/ 4813339 h 6858000"/>
              <a:gd name="connsiteX40" fmla="*/ 1778821 w 11816380"/>
              <a:gd name="connsiteY40" fmla="*/ 4805218 h 6858000"/>
              <a:gd name="connsiteX41" fmla="*/ 1800963 w 11816380"/>
              <a:gd name="connsiteY41" fmla="*/ 4763797 h 6858000"/>
              <a:gd name="connsiteX42" fmla="*/ 1810119 w 11816380"/>
              <a:gd name="connsiteY42" fmla="*/ 4737383 h 6858000"/>
              <a:gd name="connsiteX43" fmla="*/ 1827836 w 11816380"/>
              <a:gd name="connsiteY43" fmla="*/ 4724888 h 6858000"/>
              <a:gd name="connsiteX44" fmla="*/ 1833582 w 11816380"/>
              <a:gd name="connsiteY44" fmla="*/ 4707016 h 6858000"/>
              <a:gd name="connsiteX45" fmla="*/ 1918415 w 11816380"/>
              <a:gd name="connsiteY45" fmla="*/ 4635645 h 6858000"/>
              <a:gd name="connsiteX46" fmla="*/ 1931685 w 11816380"/>
              <a:gd name="connsiteY46" fmla="*/ 4624502 h 6858000"/>
              <a:gd name="connsiteX47" fmla="*/ 1935030 w 11816380"/>
              <a:gd name="connsiteY47" fmla="*/ 4613163 h 6858000"/>
              <a:gd name="connsiteX48" fmla="*/ 1952342 w 11816380"/>
              <a:gd name="connsiteY48" fmla="*/ 4594063 h 6858000"/>
              <a:gd name="connsiteX49" fmla="*/ 1961790 w 11816380"/>
              <a:gd name="connsiteY49" fmla="*/ 4592968 h 6858000"/>
              <a:gd name="connsiteX50" fmla="*/ 1960579 w 11816380"/>
              <a:gd name="connsiteY50" fmla="*/ 4588653 h 6858000"/>
              <a:gd name="connsiteX51" fmla="*/ 2030023 w 11816380"/>
              <a:gd name="connsiteY51" fmla="*/ 4496718 h 6858000"/>
              <a:gd name="connsiteX52" fmla="*/ 2042051 w 11816380"/>
              <a:gd name="connsiteY52" fmla="*/ 4481148 h 6858000"/>
              <a:gd name="connsiteX53" fmla="*/ 2136989 w 11816380"/>
              <a:gd name="connsiteY53" fmla="*/ 4432859 h 6858000"/>
              <a:gd name="connsiteX54" fmla="*/ 2162370 w 11816380"/>
              <a:gd name="connsiteY54" fmla="*/ 4411168 h 6858000"/>
              <a:gd name="connsiteX55" fmla="*/ 2169275 w 11816380"/>
              <a:gd name="connsiteY55" fmla="*/ 4403806 h 6858000"/>
              <a:gd name="connsiteX56" fmla="*/ 2181740 w 11816380"/>
              <a:gd name="connsiteY56" fmla="*/ 4389325 h 6858000"/>
              <a:gd name="connsiteX57" fmla="*/ 2222578 w 11816380"/>
              <a:gd name="connsiteY57" fmla="*/ 4276352 h 6858000"/>
              <a:gd name="connsiteX58" fmla="*/ 2356968 w 11816380"/>
              <a:gd name="connsiteY58" fmla="*/ 4104655 h 6858000"/>
              <a:gd name="connsiteX59" fmla="*/ 2741875 w 11816380"/>
              <a:gd name="connsiteY59" fmla="*/ 3505835 h 6858000"/>
              <a:gd name="connsiteX60" fmla="*/ 2827910 w 11816380"/>
              <a:gd name="connsiteY60" fmla="*/ 3396765 h 6858000"/>
              <a:gd name="connsiteX61" fmla="*/ 2924580 w 11816380"/>
              <a:gd name="connsiteY61" fmla="*/ 3353018 h 6858000"/>
              <a:gd name="connsiteX62" fmla="*/ 3068218 w 11816380"/>
              <a:gd name="connsiteY62" fmla="*/ 3200632 h 6858000"/>
              <a:gd name="connsiteX63" fmla="*/ 3180481 w 11816380"/>
              <a:gd name="connsiteY63" fmla="*/ 3072491 h 6858000"/>
              <a:gd name="connsiteX64" fmla="*/ 3266384 w 11816380"/>
              <a:gd name="connsiteY64" fmla="*/ 3000345 h 6858000"/>
              <a:gd name="connsiteX65" fmla="*/ 3370119 w 11816380"/>
              <a:gd name="connsiteY65" fmla="*/ 2923806 h 6858000"/>
              <a:gd name="connsiteX66" fmla="*/ 3399194 w 11816380"/>
              <a:gd name="connsiteY66" fmla="*/ 2897238 h 6858000"/>
              <a:gd name="connsiteX67" fmla="*/ 3474985 w 11816380"/>
              <a:gd name="connsiteY67" fmla="*/ 2821875 h 6858000"/>
              <a:gd name="connsiteX68" fmla="*/ 3949309 w 11816380"/>
              <a:gd name="connsiteY68" fmla="*/ 2610411 h 6858000"/>
              <a:gd name="connsiteX69" fmla="*/ 4156139 w 11816380"/>
              <a:gd name="connsiteY69" fmla="*/ 2413665 h 6858000"/>
              <a:gd name="connsiteX70" fmla="*/ 4214917 w 11816380"/>
              <a:gd name="connsiteY70" fmla="*/ 2391331 h 6858000"/>
              <a:gd name="connsiteX71" fmla="*/ 4288005 w 11816380"/>
              <a:gd name="connsiteY71" fmla="*/ 2354999 h 6858000"/>
              <a:gd name="connsiteX72" fmla="*/ 4358061 w 11816380"/>
              <a:gd name="connsiteY72" fmla="*/ 2319819 h 6858000"/>
              <a:gd name="connsiteX73" fmla="*/ 4405052 w 11816380"/>
              <a:gd name="connsiteY73" fmla="*/ 2274688 h 6858000"/>
              <a:gd name="connsiteX74" fmla="*/ 4471333 w 11816380"/>
              <a:gd name="connsiteY74" fmla="*/ 2236968 h 6858000"/>
              <a:gd name="connsiteX75" fmla="*/ 4841095 w 11816380"/>
              <a:gd name="connsiteY75" fmla="*/ 1968135 h 6858000"/>
              <a:gd name="connsiteX76" fmla="*/ 5008479 w 11816380"/>
              <a:gd name="connsiteY76" fmla="*/ 1888679 h 6858000"/>
              <a:gd name="connsiteX77" fmla="*/ 5180683 w 11816380"/>
              <a:gd name="connsiteY77" fmla="*/ 1753061 h 6858000"/>
              <a:gd name="connsiteX78" fmla="*/ 5665116 w 11816380"/>
              <a:gd name="connsiteY78" fmla="*/ 1552454 h 6858000"/>
              <a:gd name="connsiteX79" fmla="*/ 6116480 w 11816380"/>
              <a:gd name="connsiteY79" fmla="*/ 1319724 h 6858000"/>
              <a:gd name="connsiteX80" fmla="*/ 6252872 w 11816380"/>
              <a:gd name="connsiteY80" fmla="*/ 1225617 h 6858000"/>
              <a:gd name="connsiteX81" fmla="*/ 6346295 w 11816380"/>
              <a:gd name="connsiteY81" fmla="*/ 1201230 h 6858000"/>
              <a:gd name="connsiteX82" fmla="*/ 6393706 w 11816380"/>
              <a:gd name="connsiteY82" fmla="*/ 1174911 h 6858000"/>
              <a:gd name="connsiteX83" fmla="*/ 6582798 w 11816380"/>
              <a:gd name="connsiteY83" fmla="*/ 1126130 h 6858000"/>
              <a:gd name="connsiteX84" fmla="*/ 6646379 w 11816380"/>
              <a:gd name="connsiteY84" fmla="*/ 1058806 h 6858000"/>
              <a:gd name="connsiteX85" fmla="*/ 6707073 w 11816380"/>
              <a:gd name="connsiteY85" fmla="*/ 972122 h 6858000"/>
              <a:gd name="connsiteX86" fmla="*/ 6998235 w 11816380"/>
              <a:gd name="connsiteY86" fmla="*/ 863403 h 6858000"/>
              <a:gd name="connsiteX87" fmla="*/ 7094498 w 11816380"/>
              <a:gd name="connsiteY87" fmla="*/ 808270 h 6858000"/>
              <a:gd name="connsiteX88" fmla="*/ 7151544 w 11816380"/>
              <a:gd name="connsiteY88" fmla="*/ 781198 h 6858000"/>
              <a:gd name="connsiteX89" fmla="*/ 7158731 w 11816380"/>
              <a:gd name="connsiteY89" fmla="*/ 781044 h 6858000"/>
              <a:gd name="connsiteX90" fmla="*/ 7274420 w 11816380"/>
              <a:gd name="connsiteY90" fmla="*/ 661941 h 6858000"/>
              <a:gd name="connsiteX91" fmla="*/ 7298271 w 11816380"/>
              <a:gd name="connsiteY91" fmla="*/ 649697 h 6858000"/>
              <a:gd name="connsiteX92" fmla="*/ 7401066 w 11816380"/>
              <a:gd name="connsiteY92" fmla="*/ 511127 h 6858000"/>
              <a:gd name="connsiteX93" fmla="*/ 7476746 w 11816380"/>
              <a:gd name="connsiteY93" fmla="*/ 449992 h 6858000"/>
              <a:gd name="connsiteX94" fmla="*/ 7593104 w 11816380"/>
              <a:gd name="connsiteY94" fmla="*/ 389139 h 6858000"/>
              <a:gd name="connsiteX95" fmla="*/ 7996473 w 11816380"/>
              <a:gd name="connsiteY95" fmla="*/ 124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11816380" h="6858000">
                <a:moveTo>
                  <a:pt x="8367" y="6848079"/>
                </a:moveTo>
                <a:lnTo>
                  <a:pt x="946" y="6858000"/>
                </a:lnTo>
                <a:lnTo>
                  <a:pt x="0" y="6858000"/>
                </a:lnTo>
                <a:close/>
                <a:moveTo>
                  <a:pt x="8008701" y="0"/>
                </a:moveTo>
                <a:lnTo>
                  <a:pt x="11816380" y="0"/>
                </a:lnTo>
                <a:lnTo>
                  <a:pt x="11816380" y="6858000"/>
                </a:lnTo>
                <a:lnTo>
                  <a:pt x="12879" y="6858000"/>
                </a:lnTo>
                <a:lnTo>
                  <a:pt x="185257" y="6681490"/>
                </a:lnTo>
                <a:lnTo>
                  <a:pt x="349627" y="6491141"/>
                </a:lnTo>
                <a:lnTo>
                  <a:pt x="435850" y="6356175"/>
                </a:lnTo>
                <a:lnTo>
                  <a:pt x="513949" y="6236376"/>
                </a:lnTo>
                <a:cubicBezTo>
                  <a:pt x="549141" y="6113665"/>
                  <a:pt x="589071" y="6135413"/>
                  <a:pt x="644725" y="6047133"/>
                </a:cubicBezTo>
                <a:cubicBezTo>
                  <a:pt x="712062" y="5950197"/>
                  <a:pt x="703016" y="6017252"/>
                  <a:pt x="755864" y="5875377"/>
                </a:cubicBezTo>
                <a:cubicBezTo>
                  <a:pt x="781231" y="5873328"/>
                  <a:pt x="793445" y="5858999"/>
                  <a:pt x="805295" y="5828953"/>
                </a:cubicBezTo>
                <a:cubicBezTo>
                  <a:pt x="822240" y="5805796"/>
                  <a:pt x="839845" y="5801743"/>
                  <a:pt x="854705" y="5795741"/>
                </a:cubicBezTo>
                <a:lnTo>
                  <a:pt x="864711" y="5789123"/>
                </a:lnTo>
                <a:lnTo>
                  <a:pt x="915038" y="5676299"/>
                </a:lnTo>
                <a:lnTo>
                  <a:pt x="891159" y="5752283"/>
                </a:lnTo>
                <a:cubicBezTo>
                  <a:pt x="891247" y="5752319"/>
                  <a:pt x="891334" y="5752355"/>
                  <a:pt x="891423" y="5752392"/>
                </a:cubicBezTo>
                <a:lnTo>
                  <a:pt x="933153" y="5622359"/>
                </a:lnTo>
                <a:cubicBezTo>
                  <a:pt x="957432" y="5594851"/>
                  <a:pt x="979837" y="5564309"/>
                  <a:pt x="988982" y="5555854"/>
                </a:cubicBezTo>
                <a:cubicBezTo>
                  <a:pt x="1014562" y="5557498"/>
                  <a:pt x="1014592" y="5540846"/>
                  <a:pt x="1027589" y="5528213"/>
                </a:cubicBezTo>
                <a:cubicBezTo>
                  <a:pt x="1040025" y="5531526"/>
                  <a:pt x="1052240" y="5522509"/>
                  <a:pt x="1049768" y="5510295"/>
                </a:cubicBezTo>
                <a:cubicBezTo>
                  <a:pt x="1028205" y="5493040"/>
                  <a:pt x="1093698" y="5472501"/>
                  <a:pt x="1086224" y="5455516"/>
                </a:cubicBezTo>
                <a:cubicBezTo>
                  <a:pt x="1109218" y="5435092"/>
                  <a:pt x="1218059" y="5379864"/>
                  <a:pt x="1219479" y="5343472"/>
                </a:cubicBezTo>
                <a:cubicBezTo>
                  <a:pt x="1262343" y="5297185"/>
                  <a:pt x="1291871" y="5290784"/>
                  <a:pt x="1313068" y="5275221"/>
                </a:cubicBezTo>
                <a:cubicBezTo>
                  <a:pt x="1338201" y="5263736"/>
                  <a:pt x="1316257" y="5288451"/>
                  <a:pt x="1370857" y="5250801"/>
                </a:cubicBezTo>
                <a:lnTo>
                  <a:pt x="1383927" y="5241501"/>
                </a:lnTo>
                <a:lnTo>
                  <a:pt x="1389964" y="5235966"/>
                </a:lnTo>
                <a:cubicBezTo>
                  <a:pt x="1405217" y="5221853"/>
                  <a:pt x="1420713" y="5207094"/>
                  <a:pt x="1436180" y="5191057"/>
                </a:cubicBezTo>
                <a:cubicBezTo>
                  <a:pt x="1447510" y="5179996"/>
                  <a:pt x="1455651" y="5174758"/>
                  <a:pt x="1462293" y="5172481"/>
                </a:cubicBezTo>
                <a:lnTo>
                  <a:pt x="1471185" y="5172057"/>
                </a:lnTo>
                <a:lnTo>
                  <a:pt x="1484305" y="5160542"/>
                </a:lnTo>
                <a:cubicBezTo>
                  <a:pt x="1521747" y="5126137"/>
                  <a:pt x="1556786" y="5090762"/>
                  <a:pt x="1554881" y="5084696"/>
                </a:cubicBezTo>
                <a:cubicBezTo>
                  <a:pt x="1582217" y="5063462"/>
                  <a:pt x="1607343" y="5003712"/>
                  <a:pt x="1636417" y="5001825"/>
                </a:cubicBezTo>
                <a:cubicBezTo>
                  <a:pt x="1616819" y="4983976"/>
                  <a:pt x="1670522" y="4974167"/>
                  <a:pt x="1660648" y="4950880"/>
                </a:cubicBezTo>
                <a:cubicBezTo>
                  <a:pt x="1672286" y="4924466"/>
                  <a:pt x="1699662" y="4862319"/>
                  <a:pt x="1706248" y="4843347"/>
                </a:cubicBezTo>
                <a:lnTo>
                  <a:pt x="1710144" y="4829405"/>
                </a:lnTo>
                <a:lnTo>
                  <a:pt x="1719000" y="4829676"/>
                </a:lnTo>
                <a:lnTo>
                  <a:pt x="1733138" y="4813339"/>
                </a:lnTo>
                <a:cubicBezTo>
                  <a:pt x="1743107" y="4809262"/>
                  <a:pt x="1767517" y="4813476"/>
                  <a:pt x="1778821" y="4805218"/>
                </a:cubicBezTo>
                <a:cubicBezTo>
                  <a:pt x="1799902" y="4784351"/>
                  <a:pt x="1786939" y="4756652"/>
                  <a:pt x="1800963" y="4763797"/>
                </a:cubicBezTo>
                <a:cubicBezTo>
                  <a:pt x="1799788" y="4753414"/>
                  <a:pt x="1803373" y="4744848"/>
                  <a:pt x="1810119" y="4737383"/>
                </a:cubicBezTo>
                <a:lnTo>
                  <a:pt x="1827836" y="4724888"/>
                </a:lnTo>
                <a:lnTo>
                  <a:pt x="1833582" y="4707016"/>
                </a:lnTo>
                <a:cubicBezTo>
                  <a:pt x="1848678" y="4692142"/>
                  <a:pt x="1902064" y="4649397"/>
                  <a:pt x="1918415" y="4635645"/>
                </a:cubicBezTo>
                <a:lnTo>
                  <a:pt x="1931685" y="4624502"/>
                </a:lnTo>
                <a:lnTo>
                  <a:pt x="1935030" y="4613163"/>
                </a:lnTo>
                <a:cubicBezTo>
                  <a:pt x="1938529" y="4604374"/>
                  <a:pt x="1943710" y="4597333"/>
                  <a:pt x="1952342" y="4594063"/>
                </a:cubicBezTo>
                <a:lnTo>
                  <a:pt x="1961790" y="4592968"/>
                </a:lnTo>
                <a:lnTo>
                  <a:pt x="1960579" y="4588653"/>
                </a:lnTo>
                <a:cubicBezTo>
                  <a:pt x="1971951" y="4572611"/>
                  <a:pt x="2016445" y="4514635"/>
                  <a:pt x="2030023" y="4496718"/>
                </a:cubicBezTo>
                <a:cubicBezTo>
                  <a:pt x="2037392" y="4499564"/>
                  <a:pt x="2039280" y="4485769"/>
                  <a:pt x="2042051" y="4481148"/>
                </a:cubicBezTo>
                <a:cubicBezTo>
                  <a:pt x="2059877" y="4470506"/>
                  <a:pt x="2114169" y="4446888"/>
                  <a:pt x="2136989" y="4432859"/>
                </a:cubicBezTo>
                <a:lnTo>
                  <a:pt x="2162370" y="4411168"/>
                </a:lnTo>
                <a:lnTo>
                  <a:pt x="2169275" y="4403806"/>
                </a:lnTo>
                <a:lnTo>
                  <a:pt x="2181740" y="4389325"/>
                </a:lnTo>
                <a:lnTo>
                  <a:pt x="2222578" y="4276352"/>
                </a:lnTo>
                <a:cubicBezTo>
                  <a:pt x="2234385" y="4218357"/>
                  <a:pt x="2266630" y="4150320"/>
                  <a:pt x="2356968" y="4104655"/>
                </a:cubicBezTo>
                <a:cubicBezTo>
                  <a:pt x="2558762" y="3959115"/>
                  <a:pt x="2648835" y="3578349"/>
                  <a:pt x="2741875" y="3505835"/>
                </a:cubicBezTo>
                <a:cubicBezTo>
                  <a:pt x="2766846" y="3430647"/>
                  <a:pt x="2753505" y="3521850"/>
                  <a:pt x="2827910" y="3396765"/>
                </a:cubicBezTo>
                <a:cubicBezTo>
                  <a:pt x="2839568" y="3397751"/>
                  <a:pt x="2911438" y="3354325"/>
                  <a:pt x="2924580" y="3353018"/>
                </a:cubicBezTo>
                <a:cubicBezTo>
                  <a:pt x="2998120" y="3313808"/>
                  <a:pt x="3048476" y="3247004"/>
                  <a:pt x="3068218" y="3200632"/>
                </a:cubicBezTo>
                <a:cubicBezTo>
                  <a:pt x="3101903" y="3153666"/>
                  <a:pt x="3139850" y="3111386"/>
                  <a:pt x="3180481" y="3072491"/>
                </a:cubicBezTo>
                <a:lnTo>
                  <a:pt x="3266384" y="3000345"/>
                </a:lnTo>
                <a:lnTo>
                  <a:pt x="3370119" y="2923806"/>
                </a:lnTo>
                <a:lnTo>
                  <a:pt x="3399194" y="2897238"/>
                </a:lnTo>
                <a:cubicBezTo>
                  <a:pt x="3440810" y="2862165"/>
                  <a:pt x="3435851" y="2856396"/>
                  <a:pt x="3474985" y="2821875"/>
                </a:cubicBezTo>
                <a:cubicBezTo>
                  <a:pt x="3570799" y="2755925"/>
                  <a:pt x="3837237" y="2678248"/>
                  <a:pt x="3949309" y="2610411"/>
                </a:cubicBezTo>
                <a:cubicBezTo>
                  <a:pt x="4042919" y="2538961"/>
                  <a:pt x="4112740" y="2516271"/>
                  <a:pt x="4156139" y="2413665"/>
                </a:cubicBezTo>
                <a:lnTo>
                  <a:pt x="4214917" y="2391331"/>
                </a:lnTo>
                <a:lnTo>
                  <a:pt x="4288005" y="2354999"/>
                </a:lnTo>
                <a:lnTo>
                  <a:pt x="4358061" y="2319819"/>
                </a:lnTo>
                <a:lnTo>
                  <a:pt x="4405052" y="2274688"/>
                </a:lnTo>
                <a:lnTo>
                  <a:pt x="4471333" y="2236968"/>
                </a:lnTo>
                <a:cubicBezTo>
                  <a:pt x="4542128" y="2157460"/>
                  <a:pt x="4751570" y="2026184"/>
                  <a:pt x="4841095" y="1968135"/>
                </a:cubicBezTo>
                <a:cubicBezTo>
                  <a:pt x="4930620" y="1910087"/>
                  <a:pt x="4924603" y="1946910"/>
                  <a:pt x="5008479" y="1888679"/>
                </a:cubicBezTo>
                <a:cubicBezTo>
                  <a:pt x="5037447" y="1831206"/>
                  <a:pt x="5108650" y="1768433"/>
                  <a:pt x="5180683" y="1753061"/>
                </a:cubicBezTo>
                <a:cubicBezTo>
                  <a:pt x="5306522" y="1654524"/>
                  <a:pt x="5563838" y="1570601"/>
                  <a:pt x="5665116" y="1552454"/>
                </a:cubicBezTo>
                <a:cubicBezTo>
                  <a:pt x="5806563" y="1481525"/>
                  <a:pt x="6022714" y="1376484"/>
                  <a:pt x="6116480" y="1319724"/>
                </a:cubicBezTo>
                <a:cubicBezTo>
                  <a:pt x="6210243" y="1262964"/>
                  <a:pt x="6170277" y="1255962"/>
                  <a:pt x="6252872" y="1225617"/>
                </a:cubicBezTo>
                <a:cubicBezTo>
                  <a:pt x="6344027" y="1204162"/>
                  <a:pt x="6255140" y="1222685"/>
                  <a:pt x="6346295" y="1201230"/>
                </a:cubicBezTo>
                <a:cubicBezTo>
                  <a:pt x="6359073" y="1188623"/>
                  <a:pt x="6384988" y="1179503"/>
                  <a:pt x="6393706" y="1174911"/>
                </a:cubicBezTo>
                <a:lnTo>
                  <a:pt x="6582798" y="1126130"/>
                </a:lnTo>
                <a:lnTo>
                  <a:pt x="6646379" y="1058806"/>
                </a:lnTo>
                <a:cubicBezTo>
                  <a:pt x="6690380" y="1016954"/>
                  <a:pt x="6670357" y="1012595"/>
                  <a:pt x="6707073" y="972122"/>
                </a:cubicBezTo>
                <a:cubicBezTo>
                  <a:pt x="6805050" y="966099"/>
                  <a:pt x="6905605" y="801792"/>
                  <a:pt x="6998235" y="863403"/>
                </a:cubicBezTo>
                <a:cubicBezTo>
                  <a:pt x="7051064" y="810193"/>
                  <a:pt x="7042448" y="760955"/>
                  <a:pt x="7094498" y="808270"/>
                </a:cubicBezTo>
                <a:cubicBezTo>
                  <a:pt x="7113972" y="791641"/>
                  <a:pt x="7132786" y="784262"/>
                  <a:pt x="7151544" y="781198"/>
                </a:cubicBezTo>
                <a:lnTo>
                  <a:pt x="7158731" y="781044"/>
                </a:lnTo>
                <a:lnTo>
                  <a:pt x="7274420" y="661941"/>
                </a:lnTo>
                <a:lnTo>
                  <a:pt x="7298271" y="649697"/>
                </a:lnTo>
                <a:lnTo>
                  <a:pt x="7401066" y="511127"/>
                </a:lnTo>
                <a:lnTo>
                  <a:pt x="7476746" y="449992"/>
                </a:lnTo>
                <a:lnTo>
                  <a:pt x="7593104" y="389139"/>
                </a:lnTo>
                <a:cubicBezTo>
                  <a:pt x="7766913" y="299698"/>
                  <a:pt x="7873028" y="146034"/>
                  <a:pt x="7996473" y="1245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8875E3E-9B19-48D9-A325-5E154ACFD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294694">
            <a:off x="-251317" y="-312869"/>
            <a:ext cx="7766407" cy="5322018"/>
          </a:xfrm>
          <a:custGeom>
            <a:avLst/>
            <a:gdLst>
              <a:gd name="connsiteX0" fmla="*/ 473895 w 7766407"/>
              <a:gd name="connsiteY0" fmla="*/ 0 h 5322018"/>
              <a:gd name="connsiteX1" fmla="*/ 7766407 w 7766407"/>
              <a:gd name="connsiteY1" fmla="*/ 649356 h 5322018"/>
              <a:gd name="connsiteX2" fmla="*/ 7754419 w 7766407"/>
              <a:gd name="connsiteY2" fmla="*/ 656832 h 5322018"/>
              <a:gd name="connsiteX3" fmla="*/ 7674875 w 7766407"/>
              <a:gd name="connsiteY3" fmla="*/ 705925 h 5322018"/>
              <a:gd name="connsiteX4" fmla="*/ 7594593 w 7766407"/>
              <a:gd name="connsiteY4" fmla="*/ 715147 h 5322018"/>
              <a:gd name="connsiteX5" fmla="*/ 7522045 w 7766407"/>
              <a:gd name="connsiteY5" fmla="*/ 799587 h 5322018"/>
              <a:gd name="connsiteX6" fmla="*/ 7399327 w 7766407"/>
              <a:gd name="connsiteY6" fmla="*/ 845960 h 5322018"/>
              <a:gd name="connsiteX7" fmla="*/ 7322627 w 7766407"/>
              <a:gd name="connsiteY7" fmla="*/ 887773 h 5322018"/>
              <a:gd name="connsiteX8" fmla="*/ 7151262 w 7766407"/>
              <a:gd name="connsiteY8" fmla="*/ 984886 h 5322018"/>
              <a:gd name="connsiteX9" fmla="*/ 6756023 w 7766407"/>
              <a:gd name="connsiteY9" fmla="*/ 1188542 h 5322018"/>
              <a:gd name="connsiteX10" fmla="*/ 6712672 w 7766407"/>
              <a:gd name="connsiteY10" fmla="*/ 1246467 h 5322018"/>
              <a:gd name="connsiteX11" fmla="*/ 6687440 w 7766407"/>
              <a:gd name="connsiteY11" fmla="*/ 1260662 h 5322018"/>
              <a:gd name="connsiteX12" fmla="*/ 6641885 w 7766407"/>
              <a:gd name="connsiteY12" fmla="*/ 1309000 h 5322018"/>
              <a:gd name="connsiteX13" fmla="*/ 6489577 w 7766407"/>
              <a:gd name="connsiteY13" fmla="*/ 1398613 h 5322018"/>
              <a:gd name="connsiteX14" fmla="*/ 6384287 w 7766407"/>
              <a:gd name="connsiteY14" fmla="*/ 1451239 h 5322018"/>
              <a:gd name="connsiteX15" fmla="*/ 6220937 w 7766407"/>
              <a:gd name="connsiteY15" fmla="*/ 1540763 h 5322018"/>
              <a:gd name="connsiteX16" fmla="*/ 6109958 w 7766407"/>
              <a:gd name="connsiteY16" fmla="*/ 1601219 h 5322018"/>
              <a:gd name="connsiteX17" fmla="*/ 6014458 w 7766407"/>
              <a:gd name="connsiteY17" fmla="*/ 1670184 h 5322018"/>
              <a:gd name="connsiteX18" fmla="*/ 5839315 w 7766407"/>
              <a:gd name="connsiteY18" fmla="*/ 1841855 h 5322018"/>
              <a:gd name="connsiteX19" fmla="*/ 5810333 w 7766407"/>
              <a:gd name="connsiteY19" fmla="*/ 1879264 h 5322018"/>
              <a:gd name="connsiteX20" fmla="*/ 5796856 w 7766407"/>
              <a:gd name="connsiteY20" fmla="*/ 1903903 h 5322018"/>
              <a:gd name="connsiteX21" fmla="*/ 5776991 w 7766407"/>
              <a:gd name="connsiteY21" fmla="*/ 1913445 h 5322018"/>
              <a:gd name="connsiteX22" fmla="*/ 5768324 w 7766407"/>
              <a:gd name="connsiteY22" fmla="*/ 1930187 h 5322018"/>
              <a:gd name="connsiteX23" fmla="*/ 5746715 w 7766407"/>
              <a:gd name="connsiteY23" fmla="*/ 1935728 h 5322018"/>
              <a:gd name="connsiteX24" fmla="*/ 5730244 w 7766407"/>
              <a:gd name="connsiteY24" fmla="*/ 1946380 h 5322018"/>
              <a:gd name="connsiteX25" fmla="*/ 5551772 w 7766407"/>
              <a:gd name="connsiteY25" fmla="*/ 2005270 h 5322018"/>
              <a:gd name="connsiteX26" fmla="*/ 5246617 w 7766407"/>
              <a:gd name="connsiteY26" fmla="*/ 2162655 h 5322018"/>
              <a:gd name="connsiteX27" fmla="*/ 5108893 w 7766407"/>
              <a:gd name="connsiteY27" fmla="*/ 2264498 h 5322018"/>
              <a:gd name="connsiteX28" fmla="*/ 4972149 w 7766407"/>
              <a:gd name="connsiteY28" fmla="*/ 2387894 h 5322018"/>
              <a:gd name="connsiteX29" fmla="*/ 4933888 w 7766407"/>
              <a:gd name="connsiteY29" fmla="*/ 2412305 h 5322018"/>
              <a:gd name="connsiteX30" fmla="*/ 4886680 w 7766407"/>
              <a:gd name="connsiteY30" fmla="*/ 2435959 h 5322018"/>
              <a:gd name="connsiteX31" fmla="*/ 4858349 w 7766407"/>
              <a:gd name="connsiteY31" fmla="*/ 2449951 h 5322018"/>
              <a:gd name="connsiteX32" fmla="*/ 4790282 w 7766407"/>
              <a:gd name="connsiteY32" fmla="*/ 2498841 h 5322018"/>
              <a:gd name="connsiteX33" fmla="*/ 4695421 w 7766407"/>
              <a:gd name="connsiteY33" fmla="*/ 2608329 h 5322018"/>
              <a:gd name="connsiteX34" fmla="*/ 4660953 w 7766407"/>
              <a:gd name="connsiteY34" fmla="*/ 2633640 h 5322018"/>
              <a:gd name="connsiteX35" fmla="*/ 4617793 w 7766407"/>
              <a:gd name="connsiteY35" fmla="*/ 2682689 h 5322018"/>
              <a:gd name="connsiteX36" fmla="*/ 4540653 w 7766407"/>
              <a:gd name="connsiteY36" fmla="*/ 2726039 h 5322018"/>
              <a:gd name="connsiteX37" fmla="*/ 4478244 w 7766407"/>
              <a:gd name="connsiteY37" fmla="*/ 2754222 h 5322018"/>
              <a:gd name="connsiteX38" fmla="*/ 4445069 w 7766407"/>
              <a:gd name="connsiteY38" fmla="*/ 2771978 h 5322018"/>
              <a:gd name="connsiteX39" fmla="*/ 4418912 w 7766407"/>
              <a:gd name="connsiteY39" fmla="*/ 2782732 h 5322018"/>
              <a:gd name="connsiteX40" fmla="*/ 4363178 w 7766407"/>
              <a:gd name="connsiteY40" fmla="*/ 2821763 h 5322018"/>
              <a:gd name="connsiteX41" fmla="*/ 4275326 w 7766407"/>
              <a:gd name="connsiteY41" fmla="*/ 2891335 h 5322018"/>
              <a:gd name="connsiteX42" fmla="*/ 4255667 w 7766407"/>
              <a:gd name="connsiteY42" fmla="*/ 2905018 h 5322018"/>
              <a:gd name="connsiteX43" fmla="*/ 4234983 w 7766407"/>
              <a:gd name="connsiteY43" fmla="*/ 2912298 h 5322018"/>
              <a:gd name="connsiteX44" fmla="*/ 4226882 w 7766407"/>
              <a:gd name="connsiteY44" fmla="*/ 2910079 h 5322018"/>
              <a:gd name="connsiteX45" fmla="*/ 4215462 w 7766407"/>
              <a:gd name="connsiteY45" fmla="*/ 2916885 h 5322018"/>
              <a:gd name="connsiteX46" fmla="*/ 4211632 w 7766407"/>
              <a:gd name="connsiteY46" fmla="*/ 2917760 h 5322018"/>
              <a:gd name="connsiteX47" fmla="*/ 4190465 w 7766407"/>
              <a:gd name="connsiteY47" fmla="*/ 2923708 h 5322018"/>
              <a:gd name="connsiteX48" fmla="*/ 4164947 w 7766407"/>
              <a:gd name="connsiteY48" fmla="*/ 2959675 h 5322018"/>
              <a:gd name="connsiteX49" fmla="*/ 4117371 w 7766407"/>
              <a:gd name="connsiteY49" fmla="*/ 2984784 h 5322018"/>
              <a:gd name="connsiteX50" fmla="*/ 3904979 w 7766407"/>
              <a:gd name="connsiteY50" fmla="*/ 3091607 h 5322018"/>
              <a:gd name="connsiteX51" fmla="*/ 3778911 w 7766407"/>
              <a:gd name="connsiteY51" fmla="*/ 3255548 h 5322018"/>
              <a:gd name="connsiteX52" fmla="*/ 3728606 w 7766407"/>
              <a:gd name="connsiteY52" fmla="*/ 3295465 h 5322018"/>
              <a:gd name="connsiteX53" fmla="*/ 3718668 w 7766407"/>
              <a:gd name="connsiteY53" fmla="*/ 3304992 h 5322018"/>
              <a:gd name="connsiteX54" fmla="*/ 3717842 w 7766407"/>
              <a:gd name="connsiteY54" fmla="*/ 3305447 h 5322018"/>
              <a:gd name="connsiteX55" fmla="*/ 3718578 w 7766407"/>
              <a:gd name="connsiteY55" fmla="*/ 3308616 h 5322018"/>
              <a:gd name="connsiteX56" fmla="*/ 3712398 w 7766407"/>
              <a:gd name="connsiteY56" fmla="*/ 3318359 h 5322018"/>
              <a:gd name="connsiteX57" fmla="*/ 3702979 w 7766407"/>
              <a:gd name="connsiteY57" fmla="*/ 3338545 h 5322018"/>
              <a:gd name="connsiteX58" fmla="*/ 3698626 w 7766407"/>
              <a:gd name="connsiteY58" fmla="*/ 3341390 h 5322018"/>
              <a:gd name="connsiteX59" fmla="*/ 3680384 w 7766407"/>
              <a:gd name="connsiteY59" fmla="*/ 3370390 h 5322018"/>
              <a:gd name="connsiteX60" fmla="*/ 3678906 w 7766407"/>
              <a:gd name="connsiteY60" fmla="*/ 3370346 h 5322018"/>
              <a:gd name="connsiteX61" fmla="*/ 3668393 w 7766407"/>
              <a:gd name="connsiteY61" fmla="*/ 3376590 h 5322018"/>
              <a:gd name="connsiteX62" fmla="*/ 3661364 w 7766407"/>
              <a:gd name="connsiteY62" fmla="*/ 3371467 h 5322018"/>
              <a:gd name="connsiteX63" fmla="*/ 3658334 w 7766407"/>
              <a:gd name="connsiteY63" fmla="*/ 3373274 h 5322018"/>
              <a:gd name="connsiteX64" fmla="*/ 3657792 w 7766407"/>
              <a:gd name="connsiteY64" fmla="*/ 3373950 h 5322018"/>
              <a:gd name="connsiteX65" fmla="*/ 3651105 w 7766407"/>
              <a:gd name="connsiteY65" fmla="*/ 3389533 h 5322018"/>
              <a:gd name="connsiteX66" fmla="*/ 3648132 w 7766407"/>
              <a:gd name="connsiteY66" fmla="*/ 3388884 h 5322018"/>
              <a:gd name="connsiteX67" fmla="*/ 3643801 w 7766407"/>
              <a:gd name="connsiteY67" fmla="*/ 3396002 h 5322018"/>
              <a:gd name="connsiteX68" fmla="*/ 3639159 w 7766407"/>
              <a:gd name="connsiteY68" fmla="*/ 3398369 h 5322018"/>
              <a:gd name="connsiteX69" fmla="*/ 3617811 w 7766407"/>
              <a:gd name="connsiteY69" fmla="*/ 3425254 h 5322018"/>
              <a:gd name="connsiteX70" fmla="*/ 3616346 w 7766407"/>
              <a:gd name="connsiteY70" fmla="*/ 3425054 h 5322018"/>
              <a:gd name="connsiteX71" fmla="*/ 3605202 w 7766407"/>
              <a:gd name="connsiteY71" fmla="*/ 3430140 h 5322018"/>
              <a:gd name="connsiteX72" fmla="*/ 3586582 w 7766407"/>
              <a:gd name="connsiteY72" fmla="*/ 3441167 h 5322018"/>
              <a:gd name="connsiteX73" fmla="*/ 3580103 w 7766407"/>
              <a:gd name="connsiteY73" fmla="*/ 3439005 h 5322018"/>
              <a:gd name="connsiteX74" fmla="*/ 3576872 w 7766407"/>
              <a:gd name="connsiteY74" fmla="*/ 3444094 h 5322018"/>
              <a:gd name="connsiteX75" fmla="*/ 3572338 w 7766407"/>
              <a:gd name="connsiteY75" fmla="*/ 3449943 h 5322018"/>
              <a:gd name="connsiteX76" fmla="*/ 3571965 w 7766407"/>
              <a:gd name="connsiteY76" fmla="*/ 3449964 h 5322018"/>
              <a:gd name="connsiteX77" fmla="*/ 3566623 w 7766407"/>
              <a:gd name="connsiteY77" fmla="*/ 3455947 h 5322018"/>
              <a:gd name="connsiteX78" fmla="*/ 3564070 w 7766407"/>
              <a:gd name="connsiteY78" fmla="*/ 3460601 h 5322018"/>
              <a:gd name="connsiteX79" fmla="*/ 3526726 w 7766407"/>
              <a:gd name="connsiteY79" fmla="*/ 3463163 h 5322018"/>
              <a:gd name="connsiteX80" fmla="*/ 3525139 w 7766407"/>
              <a:gd name="connsiteY80" fmla="*/ 3464518 h 5322018"/>
              <a:gd name="connsiteX81" fmla="*/ 3506741 w 7766407"/>
              <a:gd name="connsiteY81" fmla="*/ 3487501 h 5322018"/>
              <a:gd name="connsiteX82" fmla="*/ 3501585 w 7766407"/>
              <a:gd name="connsiteY82" fmla="*/ 3492832 h 5322018"/>
              <a:gd name="connsiteX83" fmla="*/ 3501212 w 7766407"/>
              <a:gd name="connsiteY83" fmla="*/ 3492813 h 5322018"/>
              <a:gd name="connsiteX84" fmla="*/ 3495239 w 7766407"/>
              <a:gd name="connsiteY84" fmla="*/ 3498192 h 5322018"/>
              <a:gd name="connsiteX85" fmla="*/ 3492183 w 7766407"/>
              <a:gd name="connsiteY85" fmla="*/ 3502548 h 5322018"/>
              <a:gd name="connsiteX86" fmla="*/ 3476697 w 7766407"/>
              <a:gd name="connsiteY86" fmla="*/ 3501956 h 5322018"/>
              <a:gd name="connsiteX87" fmla="*/ 3469187 w 7766407"/>
              <a:gd name="connsiteY87" fmla="*/ 3506574 h 5322018"/>
              <a:gd name="connsiteX88" fmla="*/ 3408103 w 7766407"/>
              <a:gd name="connsiteY88" fmla="*/ 3549813 h 5322018"/>
              <a:gd name="connsiteX89" fmla="*/ 3326209 w 7766407"/>
              <a:gd name="connsiteY89" fmla="*/ 3609630 h 5322018"/>
              <a:gd name="connsiteX90" fmla="*/ 3297595 w 7766407"/>
              <a:gd name="connsiteY90" fmla="*/ 3632513 h 5322018"/>
              <a:gd name="connsiteX91" fmla="*/ 3242015 w 7766407"/>
              <a:gd name="connsiteY91" fmla="*/ 3667904 h 5322018"/>
              <a:gd name="connsiteX92" fmla="*/ 3213720 w 7766407"/>
              <a:gd name="connsiteY92" fmla="*/ 3680766 h 5322018"/>
              <a:gd name="connsiteX93" fmla="*/ 3212968 w 7766407"/>
              <a:gd name="connsiteY93" fmla="*/ 3681905 h 5322018"/>
              <a:gd name="connsiteX94" fmla="*/ 3208857 w 7766407"/>
              <a:gd name="connsiteY94" fmla="*/ 3681194 h 5322018"/>
              <a:gd name="connsiteX95" fmla="*/ 3203557 w 7766407"/>
              <a:gd name="connsiteY95" fmla="*/ 3683492 h 5322018"/>
              <a:gd name="connsiteX96" fmla="*/ 3192199 w 7766407"/>
              <a:gd name="connsiteY96" fmla="*/ 3693448 h 5322018"/>
              <a:gd name="connsiteX97" fmla="*/ 3188443 w 7766407"/>
              <a:gd name="connsiteY97" fmla="*/ 3697797 h 5322018"/>
              <a:gd name="connsiteX98" fmla="*/ 3181853 w 7766407"/>
              <a:gd name="connsiteY98" fmla="*/ 3702869 h 5322018"/>
              <a:gd name="connsiteX99" fmla="*/ 3181526 w 7766407"/>
              <a:gd name="connsiteY99" fmla="*/ 3702803 h 5322018"/>
              <a:gd name="connsiteX100" fmla="*/ 3175672 w 7766407"/>
              <a:gd name="connsiteY100" fmla="*/ 3707933 h 5322018"/>
              <a:gd name="connsiteX101" fmla="*/ 3149098 w 7766407"/>
              <a:gd name="connsiteY101" fmla="*/ 3735473 h 5322018"/>
              <a:gd name="connsiteX102" fmla="*/ 3093676 w 7766407"/>
              <a:gd name="connsiteY102" fmla="*/ 3747916 h 5322018"/>
              <a:gd name="connsiteX103" fmla="*/ 3074500 w 7766407"/>
              <a:gd name="connsiteY103" fmla="*/ 3757479 h 5322018"/>
              <a:gd name="connsiteX104" fmla="*/ 3063387 w 7766407"/>
              <a:gd name="connsiteY104" fmla="*/ 3761557 h 5322018"/>
              <a:gd name="connsiteX105" fmla="*/ 3062129 w 7766407"/>
              <a:gd name="connsiteY105" fmla="*/ 3761145 h 5322018"/>
              <a:gd name="connsiteX106" fmla="*/ 3036739 w 7766407"/>
              <a:gd name="connsiteY106" fmla="*/ 3787643 h 5322018"/>
              <a:gd name="connsiteX107" fmla="*/ 3032052 w 7766407"/>
              <a:gd name="connsiteY107" fmla="*/ 3789608 h 5322018"/>
              <a:gd name="connsiteX108" fmla="*/ 3017184 w 7766407"/>
              <a:gd name="connsiteY108" fmla="*/ 3808868 h 5322018"/>
              <a:gd name="connsiteX109" fmla="*/ 3008605 w 7766407"/>
              <a:gd name="connsiteY109" fmla="*/ 3817755 h 5322018"/>
              <a:gd name="connsiteX110" fmla="*/ 3008033 w 7766407"/>
              <a:gd name="connsiteY110" fmla="*/ 3822453 h 5322018"/>
              <a:gd name="connsiteX111" fmla="*/ 2994428 w 7766407"/>
              <a:gd name="connsiteY111" fmla="*/ 3834466 h 5322018"/>
              <a:gd name="connsiteX112" fmla="*/ 2992169 w 7766407"/>
              <a:gd name="connsiteY112" fmla="*/ 3835021 h 5322018"/>
              <a:gd name="connsiteX113" fmla="*/ 2983549 w 7766407"/>
              <a:gd name="connsiteY113" fmla="*/ 3847993 h 5322018"/>
              <a:gd name="connsiteX114" fmla="*/ 2853933 w 7766407"/>
              <a:gd name="connsiteY114" fmla="*/ 3953133 h 5322018"/>
              <a:gd name="connsiteX115" fmla="*/ 2700319 w 7766407"/>
              <a:gd name="connsiteY115" fmla="*/ 4113764 h 5322018"/>
              <a:gd name="connsiteX116" fmla="*/ 2510176 w 7766407"/>
              <a:gd name="connsiteY116" fmla="*/ 4248057 h 5322018"/>
              <a:gd name="connsiteX117" fmla="*/ 2435589 w 7766407"/>
              <a:gd name="connsiteY117" fmla="*/ 4314608 h 5322018"/>
              <a:gd name="connsiteX118" fmla="*/ 2415553 w 7766407"/>
              <a:gd name="connsiteY118" fmla="*/ 4320982 h 5322018"/>
              <a:gd name="connsiteX119" fmla="*/ 2411954 w 7766407"/>
              <a:gd name="connsiteY119" fmla="*/ 4321914 h 5322018"/>
              <a:gd name="connsiteX120" fmla="*/ 2354125 w 7766407"/>
              <a:gd name="connsiteY120" fmla="*/ 4349531 h 5322018"/>
              <a:gd name="connsiteX121" fmla="*/ 2283738 w 7766407"/>
              <a:gd name="connsiteY121" fmla="*/ 4401913 h 5322018"/>
              <a:gd name="connsiteX122" fmla="*/ 2274639 w 7766407"/>
              <a:gd name="connsiteY122" fmla="*/ 4413265 h 5322018"/>
              <a:gd name="connsiteX123" fmla="*/ 2200361 w 7766407"/>
              <a:gd name="connsiteY123" fmla="*/ 4461969 h 5322018"/>
              <a:gd name="connsiteX124" fmla="*/ 2151385 w 7766407"/>
              <a:gd name="connsiteY124" fmla="*/ 4498639 h 5322018"/>
              <a:gd name="connsiteX125" fmla="*/ 2142612 w 7766407"/>
              <a:gd name="connsiteY125" fmla="*/ 4509639 h 5322018"/>
              <a:gd name="connsiteX126" fmla="*/ 2126867 w 7766407"/>
              <a:gd name="connsiteY126" fmla="*/ 4512135 h 5322018"/>
              <a:gd name="connsiteX127" fmla="*/ 2120592 w 7766407"/>
              <a:gd name="connsiteY127" fmla="*/ 4509890 h 5322018"/>
              <a:gd name="connsiteX128" fmla="*/ 2082302 w 7766407"/>
              <a:gd name="connsiteY128" fmla="*/ 4540317 h 5322018"/>
              <a:gd name="connsiteX129" fmla="*/ 2077252 w 7766407"/>
              <a:gd name="connsiteY129" fmla="*/ 4543206 h 5322018"/>
              <a:gd name="connsiteX130" fmla="*/ 2040915 w 7766407"/>
              <a:gd name="connsiteY130" fmla="*/ 4560268 h 5322018"/>
              <a:gd name="connsiteX131" fmla="*/ 1984507 w 7766407"/>
              <a:gd name="connsiteY131" fmla="*/ 4581220 h 5322018"/>
              <a:gd name="connsiteX132" fmla="*/ 1921726 w 7766407"/>
              <a:gd name="connsiteY132" fmla="*/ 4594994 h 5322018"/>
              <a:gd name="connsiteX133" fmla="*/ 1886796 w 7766407"/>
              <a:gd name="connsiteY133" fmla="*/ 4605417 h 5322018"/>
              <a:gd name="connsiteX134" fmla="*/ 1861080 w 7766407"/>
              <a:gd name="connsiteY134" fmla="*/ 4610008 h 5322018"/>
              <a:gd name="connsiteX135" fmla="*/ 1829217 w 7766407"/>
              <a:gd name="connsiteY135" fmla="*/ 4618611 h 5322018"/>
              <a:gd name="connsiteX136" fmla="*/ 1809298 w 7766407"/>
              <a:gd name="connsiteY136" fmla="*/ 4630561 h 5322018"/>
              <a:gd name="connsiteX137" fmla="*/ 1734333 w 7766407"/>
              <a:gd name="connsiteY137" fmla="*/ 4646342 h 5322018"/>
              <a:gd name="connsiteX138" fmla="*/ 1356409 w 7766407"/>
              <a:gd name="connsiteY138" fmla="*/ 4866278 h 5322018"/>
              <a:gd name="connsiteX139" fmla="*/ 1048676 w 7766407"/>
              <a:gd name="connsiteY139" fmla="*/ 4988133 h 5322018"/>
              <a:gd name="connsiteX140" fmla="*/ 862512 w 7766407"/>
              <a:gd name="connsiteY140" fmla="*/ 5095694 h 5322018"/>
              <a:gd name="connsiteX141" fmla="*/ 861635 w 7766407"/>
              <a:gd name="connsiteY141" fmla="*/ 5094880 h 5322018"/>
              <a:gd name="connsiteX142" fmla="*/ 850724 w 7766407"/>
              <a:gd name="connsiteY142" fmla="*/ 5095804 h 5322018"/>
              <a:gd name="connsiteX143" fmla="*/ 830865 w 7766407"/>
              <a:gd name="connsiteY143" fmla="*/ 5100063 h 5322018"/>
              <a:gd name="connsiteX144" fmla="*/ 779694 w 7766407"/>
              <a:gd name="connsiteY144" fmla="*/ 5096364 h 5322018"/>
              <a:gd name="connsiteX145" fmla="*/ 746322 w 7766407"/>
              <a:gd name="connsiteY145" fmla="*/ 5117315 h 5322018"/>
              <a:gd name="connsiteX146" fmla="*/ 739355 w 7766407"/>
              <a:gd name="connsiteY146" fmla="*/ 5120945 h 5322018"/>
              <a:gd name="connsiteX147" fmla="*/ 739112 w 7766407"/>
              <a:gd name="connsiteY147" fmla="*/ 5120776 h 5322018"/>
              <a:gd name="connsiteX148" fmla="*/ 731553 w 7766407"/>
              <a:gd name="connsiteY148" fmla="*/ 5124122 h 5322018"/>
              <a:gd name="connsiteX149" fmla="*/ 713129 w 7766407"/>
              <a:gd name="connsiteY149" fmla="*/ 5134606 h 5322018"/>
              <a:gd name="connsiteX150" fmla="*/ 707783 w 7766407"/>
              <a:gd name="connsiteY150" fmla="*/ 5135422 h 5322018"/>
              <a:gd name="connsiteX151" fmla="*/ 674773 w 7766407"/>
              <a:gd name="connsiteY151" fmla="*/ 5139365 h 5322018"/>
              <a:gd name="connsiteX152" fmla="*/ 580910 w 7766407"/>
              <a:gd name="connsiteY152" fmla="*/ 5175217 h 5322018"/>
              <a:gd name="connsiteX153" fmla="*/ 0 w 7766407"/>
              <a:gd name="connsiteY153" fmla="*/ 5322018 h 5322018"/>
              <a:gd name="connsiteX154" fmla="*/ 283803 w 7766407"/>
              <a:gd name="connsiteY154" fmla="*/ 2134804 h 5322018"/>
              <a:gd name="connsiteX155" fmla="*/ 420115 w 7766407"/>
              <a:gd name="connsiteY155" fmla="*/ 755866 h 5322018"/>
              <a:gd name="connsiteX156" fmla="*/ 420116 w 7766407"/>
              <a:gd name="connsiteY156" fmla="*/ 755866 h 5322018"/>
              <a:gd name="connsiteX157" fmla="*/ 443847 w 7766407"/>
              <a:gd name="connsiteY157" fmla="*/ 346023 h 5322018"/>
              <a:gd name="connsiteX158" fmla="*/ 445556 w 7766407"/>
              <a:gd name="connsiteY158" fmla="*/ 318255 h 5322018"/>
              <a:gd name="connsiteX0" fmla="*/ 473895 w 7766407"/>
              <a:gd name="connsiteY0" fmla="*/ 0 h 5322018"/>
              <a:gd name="connsiteX1" fmla="*/ 7766407 w 7766407"/>
              <a:gd name="connsiteY1" fmla="*/ 649356 h 5322018"/>
              <a:gd name="connsiteX2" fmla="*/ 7754419 w 7766407"/>
              <a:gd name="connsiteY2" fmla="*/ 656832 h 5322018"/>
              <a:gd name="connsiteX3" fmla="*/ 7674875 w 7766407"/>
              <a:gd name="connsiteY3" fmla="*/ 705925 h 5322018"/>
              <a:gd name="connsiteX4" fmla="*/ 7594593 w 7766407"/>
              <a:gd name="connsiteY4" fmla="*/ 715147 h 5322018"/>
              <a:gd name="connsiteX5" fmla="*/ 7522045 w 7766407"/>
              <a:gd name="connsiteY5" fmla="*/ 799587 h 5322018"/>
              <a:gd name="connsiteX6" fmla="*/ 7399327 w 7766407"/>
              <a:gd name="connsiteY6" fmla="*/ 845960 h 5322018"/>
              <a:gd name="connsiteX7" fmla="*/ 7322627 w 7766407"/>
              <a:gd name="connsiteY7" fmla="*/ 887773 h 5322018"/>
              <a:gd name="connsiteX8" fmla="*/ 7151262 w 7766407"/>
              <a:gd name="connsiteY8" fmla="*/ 984886 h 5322018"/>
              <a:gd name="connsiteX9" fmla="*/ 6756023 w 7766407"/>
              <a:gd name="connsiteY9" fmla="*/ 1188542 h 5322018"/>
              <a:gd name="connsiteX10" fmla="*/ 6712672 w 7766407"/>
              <a:gd name="connsiteY10" fmla="*/ 1246467 h 5322018"/>
              <a:gd name="connsiteX11" fmla="*/ 6687440 w 7766407"/>
              <a:gd name="connsiteY11" fmla="*/ 1260662 h 5322018"/>
              <a:gd name="connsiteX12" fmla="*/ 6641885 w 7766407"/>
              <a:gd name="connsiteY12" fmla="*/ 1309000 h 5322018"/>
              <a:gd name="connsiteX13" fmla="*/ 6489577 w 7766407"/>
              <a:gd name="connsiteY13" fmla="*/ 1398613 h 5322018"/>
              <a:gd name="connsiteX14" fmla="*/ 6384287 w 7766407"/>
              <a:gd name="connsiteY14" fmla="*/ 1451239 h 5322018"/>
              <a:gd name="connsiteX15" fmla="*/ 6220937 w 7766407"/>
              <a:gd name="connsiteY15" fmla="*/ 1540763 h 5322018"/>
              <a:gd name="connsiteX16" fmla="*/ 6109958 w 7766407"/>
              <a:gd name="connsiteY16" fmla="*/ 1601219 h 5322018"/>
              <a:gd name="connsiteX17" fmla="*/ 6014458 w 7766407"/>
              <a:gd name="connsiteY17" fmla="*/ 1670184 h 5322018"/>
              <a:gd name="connsiteX18" fmla="*/ 5839315 w 7766407"/>
              <a:gd name="connsiteY18" fmla="*/ 1841855 h 5322018"/>
              <a:gd name="connsiteX19" fmla="*/ 5810333 w 7766407"/>
              <a:gd name="connsiteY19" fmla="*/ 1879264 h 5322018"/>
              <a:gd name="connsiteX20" fmla="*/ 5796856 w 7766407"/>
              <a:gd name="connsiteY20" fmla="*/ 1903903 h 5322018"/>
              <a:gd name="connsiteX21" fmla="*/ 5776991 w 7766407"/>
              <a:gd name="connsiteY21" fmla="*/ 1913445 h 5322018"/>
              <a:gd name="connsiteX22" fmla="*/ 5768324 w 7766407"/>
              <a:gd name="connsiteY22" fmla="*/ 1930187 h 5322018"/>
              <a:gd name="connsiteX23" fmla="*/ 5746715 w 7766407"/>
              <a:gd name="connsiteY23" fmla="*/ 1935728 h 5322018"/>
              <a:gd name="connsiteX24" fmla="*/ 5730244 w 7766407"/>
              <a:gd name="connsiteY24" fmla="*/ 1946380 h 5322018"/>
              <a:gd name="connsiteX25" fmla="*/ 5551772 w 7766407"/>
              <a:gd name="connsiteY25" fmla="*/ 2005270 h 5322018"/>
              <a:gd name="connsiteX26" fmla="*/ 5246617 w 7766407"/>
              <a:gd name="connsiteY26" fmla="*/ 2162655 h 5322018"/>
              <a:gd name="connsiteX27" fmla="*/ 5108893 w 7766407"/>
              <a:gd name="connsiteY27" fmla="*/ 2264498 h 5322018"/>
              <a:gd name="connsiteX28" fmla="*/ 4972149 w 7766407"/>
              <a:gd name="connsiteY28" fmla="*/ 2387894 h 5322018"/>
              <a:gd name="connsiteX29" fmla="*/ 4933888 w 7766407"/>
              <a:gd name="connsiteY29" fmla="*/ 2412305 h 5322018"/>
              <a:gd name="connsiteX30" fmla="*/ 4886680 w 7766407"/>
              <a:gd name="connsiteY30" fmla="*/ 2435959 h 5322018"/>
              <a:gd name="connsiteX31" fmla="*/ 4858349 w 7766407"/>
              <a:gd name="connsiteY31" fmla="*/ 2449951 h 5322018"/>
              <a:gd name="connsiteX32" fmla="*/ 4790282 w 7766407"/>
              <a:gd name="connsiteY32" fmla="*/ 2498841 h 5322018"/>
              <a:gd name="connsiteX33" fmla="*/ 4695421 w 7766407"/>
              <a:gd name="connsiteY33" fmla="*/ 2608329 h 5322018"/>
              <a:gd name="connsiteX34" fmla="*/ 4660953 w 7766407"/>
              <a:gd name="connsiteY34" fmla="*/ 2633640 h 5322018"/>
              <a:gd name="connsiteX35" fmla="*/ 4617793 w 7766407"/>
              <a:gd name="connsiteY35" fmla="*/ 2682689 h 5322018"/>
              <a:gd name="connsiteX36" fmla="*/ 4540653 w 7766407"/>
              <a:gd name="connsiteY36" fmla="*/ 2726039 h 5322018"/>
              <a:gd name="connsiteX37" fmla="*/ 4478244 w 7766407"/>
              <a:gd name="connsiteY37" fmla="*/ 2754222 h 5322018"/>
              <a:gd name="connsiteX38" fmla="*/ 4445069 w 7766407"/>
              <a:gd name="connsiteY38" fmla="*/ 2771978 h 5322018"/>
              <a:gd name="connsiteX39" fmla="*/ 4418912 w 7766407"/>
              <a:gd name="connsiteY39" fmla="*/ 2782732 h 5322018"/>
              <a:gd name="connsiteX40" fmla="*/ 4363178 w 7766407"/>
              <a:gd name="connsiteY40" fmla="*/ 2821763 h 5322018"/>
              <a:gd name="connsiteX41" fmla="*/ 4275326 w 7766407"/>
              <a:gd name="connsiteY41" fmla="*/ 2891335 h 5322018"/>
              <a:gd name="connsiteX42" fmla="*/ 4255667 w 7766407"/>
              <a:gd name="connsiteY42" fmla="*/ 2905018 h 5322018"/>
              <a:gd name="connsiteX43" fmla="*/ 4234983 w 7766407"/>
              <a:gd name="connsiteY43" fmla="*/ 2912298 h 5322018"/>
              <a:gd name="connsiteX44" fmla="*/ 4226882 w 7766407"/>
              <a:gd name="connsiteY44" fmla="*/ 2910079 h 5322018"/>
              <a:gd name="connsiteX45" fmla="*/ 4215462 w 7766407"/>
              <a:gd name="connsiteY45" fmla="*/ 2916885 h 5322018"/>
              <a:gd name="connsiteX46" fmla="*/ 4211632 w 7766407"/>
              <a:gd name="connsiteY46" fmla="*/ 2917760 h 5322018"/>
              <a:gd name="connsiteX47" fmla="*/ 4190465 w 7766407"/>
              <a:gd name="connsiteY47" fmla="*/ 2923708 h 5322018"/>
              <a:gd name="connsiteX48" fmla="*/ 4164947 w 7766407"/>
              <a:gd name="connsiteY48" fmla="*/ 2959675 h 5322018"/>
              <a:gd name="connsiteX49" fmla="*/ 4117371 w 7766407"/>
              <a:gd name="connsiteY49" fmla="*/ 2984784 h 5322018"/>
              <a:gd name="connsiteX50" fmla="*/ 3904979 w 7766407"/>
              <a:gd name="connsiteY50" fmla="*/ 3091607 h 5322018"/>
              <a:gd name="connsiteX51" fmla="*/ 3778911 w 7766407"/>
              <a:gd name="connsiteY51" fmla="*/ 3255548 h 5322018"/>
              <a:gd name="connsiteX52" fmla="*/ 3728606 w 7766407"/>
              <a:gd name="connsiteY52" fmla="*/ 3295465 h 5322018"/>
              <a:gd name="connsiteX53" fmla="*/ 3718668 w 7766407"/>
              <a:gd name="connsiteY53" fmla="*/ 3304992 h 5322018"/>
              <a:gd name="connsiteX54" fmla="*/ 3717842 w 7766407"/>
              <a:gd name="connsiteY54" fmla="*/ 3305447 h 5322018"/>
              <a:gd name="connsiteX55" fmla="*/ 3718578 w 7766407"/>
              <a:gd name="connsiteY55" fmla="*/ 3308616 h 5322018"/>
              <a:gd name="connsiteX56" fmla="*/ 3712398 w 7766407"/>
              <a:gd name="connsiteY56" fmla="*/ 3318359 h 5322018"/>
              <a:gd name="connsiteX57" fmla="*/ 3702979 w 7766407"/>
              <a:gd name="connsiteY57" fmla="*/ 3338545 h 5322018"/>
              <a:gd name="connsiteX58" fmla="*/ 3698626 w 7766407"/>
              <a:gd name="connsiteY58" fmla="*/ 3341390 h 5322018"/>
              <a:gd name="connsiteX59" fmla="*/ 3680384 w 7766407"/>
              <a:gd name="connsiteY59" fmla="*/ 3370390 h 5322018"/>
              <a:gd name="connsiteX60" fmla="*/ 3678906 w 7766407"/>
              <a:gd name="connsiteY60" fmla="*/ 3370346 h 5322018"/>
              <a:gd name="connsiteX61" fmla="*/ 3668393 w 7766407"/>
              <a:gd name="connsiteY61" fmla="*/ 3376590 h 5322018"/>
              <a:gd name="connsiteX62" fmla="*/ 3661364 w 7766407"/>
              <a:gd name="connsiteY62" fmla="*/ 3371467 h 5322018"/>
              <a:gd name="connsiteX63" fmla="*/ 3658334 w 7766407"/>
              <a:gd name="connsiteY63" fmla="*/ 3373274 h 5322018"/>
              <a:gd name="connsiteX64" fmla="*/ 3657792 w 7766407"/>
              <a:gd name="connsiteY64" fmla="*/ 3373950 h 5322018"/>
              <a:gd name="connsiteX65" fmla="*/ 3651105 w 7766407"/>
              <a:gd name="connsiteY65" fmla="*/ 3389533 h 5322018"/>
              <a:gd name="connsiteX66" fmla="*/ 3648132 w 7766407"/>
              <a:gd name="connsiteY66" fmla="*/ 3388884 h 5322018"/>
              <a:gd name="connsiteX67" fmla="*/ 3643801 w 7766407"/>
              <a:gd name="connsiteY67" fmla="*/ 3396002 h 5322018"/>
              <a:gd name="connsiteX68" fmla="*/ 3639159 w 7766407"/>
              <a:gd name="connsiteY68" fmla="*/ 3398369 h 5322018"/>
              <a:gd name="connsiteX69" fmla="*/ 3617811 w 7766407"/>
              <a:gd name="connsiteY69" fmla="*/ 3425254 h 5322018"/>
              <a:gd name="connsiteX70" fmla="*/ 3616346 w 7766407"/>
              <a:gd name="connsiteY70" fmla="*/ 3425054 h 5322018"/>
              <a:gd name="connsiteX71" fmla="*/ 3605202 w 7766407"/>
              <a:gd name="connsiteY71" fmla="*/ 3430140 h 5322018"/>
              <a:gd name="connsiteX72" fmla="*/ 3586582 w 7766407"/>
              <a:gd name="connsiteY72" fmla="*/ 3441167 h 5322018"/>
              <a:gd name="connsiteX73" fmla="*/ 3580103 w 7766407"/>
              <a:gd name="connsiteY73" fmla="*/ 3439005 h 5322018"/>
              <a:gd name="connsiteX74" fmla="*/ 3576872 w 7766407"/>
              <a:gd name="connsiteY74" fmla="*/ 3444094 h 5322018"/>
              <a:gd name="connsiteX75" fmla="*/ 3572338 w 7766407"/>
              <a:gd name="connsiteY75" fmla="*/ 3449943 h 5322018"/>
              <a:gd name="connsiteX76" fmla="*/ 3571965 w 7766407"/>
              <a:gd name="connsiteY76" fmla="*/ 3449964 h 5322018"/>
              <a:gd name="connsiteX77" fmla="*/ 3566623 w 7766407"/>
              <a:gd name="connsiteY77" fmla="*/ 3455947 h 5322018"/>
              <a:gd name="connsiteX78" fmla="*/ 3564070 w 7766407"/>
              <a:gd name="connsiteY78" fmla="*/ 3460601 h 5322018"/>
              <a:gd name="connsiteX79" fmla="*/ 3526726 w 7766407"/>
              <a:gd name="connsiteY79" fmla="*/ 3463163 h 5322018"/>
              <a:gd name="connsiteX80" fmla="*/ 3525139 w 7766407"/>
              <a:gd name="connsiteY80" fmla="*/ 3464518 h 5322018"/>
              <a:gd name="connsiteX81" fmla="*/ 3506741 w 7766407"/>
              <a:gd name="connsiteY81" fmla="*/ 3487501 h 5322018"/>
              <a:gd name="connsiteX82" fmla="*/ 3501585 w 7766407"/>
              <a:gd name="connsiteY82" fmla="*/ 3492832 h 5322018"/>
              <a:gd name="connsiteX83" fmla="*/ 3501212 w 7766407"/>
              <a:gd name="connsiteY83" fmla="*/ 3492813 h 5322018"/>
              <a:gd name="connsiteX84" fmla="*/ 3495239 w 7766407"/>
              <a:gd name="connsiteY84" fmla="*/ 3498192 h 5322018"/>
              <a:gd name="connsiteX85" fmla="*/ 3492183 w 7766407"/>
              <a:gd name="connsiteY85" fmla="*/ 3502548 h 5322018"/>
              <a:gd name="connsiteX86" fmla="*/ 3476697 w 7766407"/>
              <a:gd name="connsiteY86" fmla="*/ 3501956 h 5322018"/>
              <a:gd name="connsiteX87" fmla="*/ 3469187 w 7766407"/>
              <a:gd name="connsiteY87" fmla="*/ 3506574 h 5322018"/>
              <a:gd name="connsiteX88" fmla="*/ 3408103 w 7766407"/>
              <a:gd name="connsiteY88" fmla="*/ 3549813 h 5322018"/>
              <a:gd name="connsiteX89" fmla="*/ 3326209 w 7766407"/>
              <a:gd name="connsiteY89" fmla="*/ 3609630 h 5322018"/>
              <a:gd name="connsiteX90" fmla="*/ 3297595 w 7766407"/>
              <a:gd name="connsiteY90" fmla="*/ 3632513 h 5322018"/>
              <a:gd name="connsiteX91" fmla="*/ 3242015 w 7766407"/>
              <a:gd name="connsiteY91" fmla="*/ 3667904 h 5322018"/>
              <a:gd name="connsiteX92" fmla="*/ 3213720 w 7766407"/>
              <a:gd name="connsiteY92" fmla="*/ 3680766 h 5322018"/>
              <a:gd name="connsiteX93" fmla="*/ 3212968 w 7766407"/>
              <a:gd name="connsiteY93" fmla="*/ 3681905 h 5322018"/>
              <a:gd name="connsiteX94" fmla="*/ 3208857 w 7766407"/>
              <a:gd name="connsiteY94" fmla="*/ 3681194 h 5322018"/>
              <a:gd name="connsiteX95" fmla="*/ 3203557 w 7766407"/>
              <a:gd name="connsiteY95" fmla="*/ 3683492 h 5322018"/>
              <a:gd name="connsiteX96" fmla="*/ 3192199 w 7766407"/>
              <a:gd name="connsiteY96" fmla="*/ 3693448 h 5322018"/>
              <a:gd name="connsiteX97" fmla="*/ 3188443 w 7766407"/>
              <a:gd name="connsiteY97" fmla="*/ 3697797 h 5322018"/>
              <a:gd name="connsiteX98" fmla="*/ 3181853 w 7766407"/>
              <a:gd name="connsiteY98" fmla="*/ 3702869 h 5322018"/>
              <a:gd name="connsiteX99" fmla="*/ 3181526 w 7766407"/>
              <a:gd name="connsiteY99" fmla="*/ 3702803 h 5322018"/>
              <a:gd name="connsiteX100" fmla="*/ 3175672 w 7766407"/>
              <a:gd name="connsiteY100" fmla="*/ 3707933 h 5322018"/>
              <a:gd name="connsiteX101" fmla="*/ 3149098 w 7766407"/>
              <a:gd name="connsiteY101" fmla="*/ 3735473 h 5322018"/>
              <a:gd name="connsiteX102" fmla="*/ 3093676 w 7766407"/>
              <a:gd name="connsiteY102" fmla="*/ 3747916 h 5322018"/>
              <a:gd name="connsiteX103" fmla="*/ 3074500 w 7766407"/>
              <a:gd name="connsiteY103" fmla="*/ 3757479 h 5322018"/>
              <a:gd name="connsiteX104" fmla="*/ 3063387 w 7766407"/>
              <a:gd name="connsiteY104" fmla="*/ 3761557 h 5322018"/>
              <a:gd name="connsiteX105" fmla="*/ 3062129 w 7766407"/>
              <a:gd name="connsiteY105" fmla="*/ 3761145 h 5322018"/>
              <a:gd name="connsiteX106" fmla="*/ 3036739 w 7766407"/>
              <a:gd name="connsiteY106" fmla="*/ 3787643 h 5322018"/>
              <a:gd name="connsiteX107" fmla="*/ 3032052 w 7766407"/>
              <a:gd name="connsiteY107" fmla="*/ 3789608 h 5322018"/>
              <a:gd name="connsiteX108" fmla="*/ 3017184 w 7766407"/>
              <a:gd name="connsiteY108" fmla="*/ 3808868 h 5322018"/>
              <a:gd name="connsiteX109" fmla="*/ 3008605 w 7766407"/>
              <a:gd name="connsiteY109" fmla="*/ 3817755 h 5322018"/>
              <a:gd name="connsiteX110" fmla="*/ 3008033 w 7766407"/>
              <a:gd name="connsiteY110" fmla="*/ 3822453 h 5322018"/>
              <a:gd name="connsiteX111" fmla="*/ 2994428 w 7766407"/>
              <a:gd name="connsiteY111" fmla="*/ 3834466 h 5322018"/>
              <a:gd name="connsiteX112" fmla="*/ 2992169 w 7766407"/>
              <a:gd name="connsiteY112" fmla="*/ 3835021 h 5322018"/>
              <a:gd name="connsiteX113" fmla="*/ 2983549 w 7766407"/>
              <a:gd name="connsiteY113" fmla="*/ 3847993 h 5322018"/>
              <a:gd name="connsiteX114" fmla="*/ 2853933 w 7766407"/>
              <a:gd name="connsiteY114" fmla="*/ 3953133 h 5322018"/>
              <a:gd name="connsiteX115" fmla="*/ 2700319 w 7766407"/>
              <a:gd name="connsiteY115" fmla="*/ 4113764 h 5322018"/>
              <a:gd name="connsiteX116" fmla="*/ 2510176 w 7766407"/>
              <a:gd name="connsiteY116" fmla="*/ 4248057 h 5322018"/>
              <a:gd name="connsiteX117" fmla="*/ 2435589 w 7766407"/>
              <a:gd name="connsiteY117" fmla="*/ 4314608 h 5322018"/>
              <a:gd name="connsiteX118" fmla="*/ 2415553 w 7766407"/>
              <a:gd name="connsiteY118" fmla="*/ 4320982 h 5322018"/>
              <a:gd name="connsiteX119" fmla="*/ 2411954 w 7766407"/>
              <a:gd name="connsiteY119" fmla="*/ 4321914 h 5322018"/>
              <a:gd name="connsiteX120" fmla="*/ 2354125 w 7766407"/>
              <a:gd name="connsiteY120" fmla="*/ 4349531 h 5322018"/>
              <a:gd name="connsiteX121" fmla="*/ 2283738 w 7766407"/>
              <a:gd name="connsiteY121" fmla="*/ 4401913 h 5322018"/>
              <a:gd name="connsiteX122" fmla="*/ 2274639 w 7766407"/>
              <a:gd name="connsiteY122" fmla="*/ 4413265 h 5322018"/>
              <a:gd name="connsiteX123" fmla="*/ 2200361 w 7766407"/>
              <a:gd name="connsiteY123" fmla="*/ 4461969 h 5322018"/>
              <a:gd name="connsiteX124" fmla="*/ 2151385 w 7766407"/>
              <a:gd name="connsiteY124" fmla="*/ 4498639 h 5322018"/>
              <a:gd name="connsiteX125" fmla="*/ 2142612 w 7766407"/>
              <a:gd name="connsiteY125" fmla="*/ 4509639 h 5322018"/>
              <a:gd name="connsiteX126" fmla="*/ 2126867 w 7766407"/>
              <a:gd name="connsiteY126" fmla="*/ 4512135 h 5322018"/>
              <a:gd name="connsiteX127" fmla="*/ 2120592 w 7766407"/>
              <a:gd name="connsiteY127" fmla="*/ 4509890 h 5322018"/>
              <a:gd name="connsiteX128" fmla="*/ 2082302 w 7766407"/>
              <a:gd name="connsiteY128" fmla="*/ 4540317 h 5322018"/>
              <a:gd name="connsiteX129" fmla="*/ 2077252 w 7766407"/>
              <a:gd name="connsiteY129" fmla="*/ 4543206 h 5322018"/>
              <a:gd name="connsiteX130" fmla="*/ 2040915 w 7766407"/>
              <a:gd name="connsiteY130" fmla="*/ 4560268 h 5322018"/>
              <a:gd name="connsiteX131" fmla="*/ 1984507 w 7766407"/>
              <a:gd name="connsiteY131" fmla="*/ 4581220 h 5322018"/>
              <a:gd name="connsiteX132" fmla="*/ 1921726 w 7766407"/>
              <a:gd name="connsiteY132" fmla="*/ 4594994 h 5322018"/>
              <a:gd name="connsiteX133" fmla="*/ 1886796 w 7766407"/>
              <a:gd name="connsiteY133" fmla="*/ 4605417 h 5322018"/>
              <a:gd name="connsiteX134" fmla="*/ 1861080 w 7766407"/>
              <a:gd name="connsiteY134" fmla="*/ 4610008 h 5322018"/>
              <a:gd name="connsiteX135" fmla="*/ 1829217 w 7766407"/>
              <a:gd name="connsiteY135" fmla="*/ 4618611 h 5322018"/>
              <a:gd name="connsiteX136" fmla="*/ 1809298 w 7766407"/>
              <a:gd name="connsiteY136" fmla="*/ 4630561 h 5322018"/>
              <a:gd name="connsiteX137" fmla="*/ 1734333 w 7766407"/>
              <a:gd name="connsiteY137" fmla="*/ 4646342 h 5322018"/>
              <a:gd name="connsiteX138" fmla="*/ 1356409 w 7766407"/>
              <a:gd name="connsiteY138" fmla="*/ 4866278 h 5322018"/>
              <a:gd name="connsiteX139" fmla="*/ 1048676 w 7766407"/>
              <a:gd name="connsiteY139" fmla="*/ 4988133 h 5322018"/>
              <a:gd name="connsiteX140" fmla="*/ 862512 w 7766407"/>
              <a:gd name="connsiteY140" fmla="*/ 5095694 h 5322018"/>
              <a:gd name="connsiteX141" fmla="*/ 861635 w 7766407"/>
              <a:gd name="connsiteY141" fmla="*/ 5094880 h 5322018"/>
              <a:gd name="connsiteX142" fmla="*/ 850724 w 7766407"/>
              <a:gd name="connsiteY142" fmla="*/ 5095804 h 5322018"/>
              <a:gd name="connsiteX143" fmla="*/ 830865 w 7766407"/>
              <a:gd name="connsiteY143" fmla="*/ 5100063 h 5322018"/>
              <a:gd name="connsiteX144" fmla="*/ 779694 w 7766407"/>
              <a:gd name="connsiteY144" fmla="*/ 5096364 h 5322018"/>
              <a:gd name="connsiteX145" fmla="*/ 746322 w 7766407"/>
              <a:gd name="connsiteY145" fmla="*/ 5117315 h 5322018"/>
              <a:gd name="connsiteX146" fmla="*/ 739355 w 7766407"/>
              <a:gd name="connsiteY146" fmla="*/ 5120945 h 5322018"/>
              <a:gd name="connsiteX147" fmla="*/ 739112 w 7766407"/>
              <a:gd name="connsiteY147" fmla="*/ 5120776 h 5322018"/>
              <a:gd name="connsiteX148" fmla="*/ 731553 w 7766407"/>
              <a:gd name="connsiteY148" fmla="*/ 5124122 h 5322018"/>
              <a:gd name="connsiteX149" fmla="*/ 713129 w 7766407"/>
              <a:gd name="connsiteY149" fmla="*/ 5134606 h 5322018"/>
              <a:gd name="connsiteX150" fmla="*/ 707783 w 7766407"/>
              <a:gd name="connsiteY150" fmla="*/ 5135422 h 5322018"/>
              <a:gd name="connsiteX151" fmla="*/ 674773 w 7766407"/>
              <a:gd name="connsiteY151" fmla="*/ 5139365 h 5322018"/>
              <a:gd name="connsiteX152" fmla="*/ 580910 w 7766407"/>
              <a:gd name="connsiteY152" fmla="*/ 5175217 h 5322018"/>
              <a:gd name="connsiteX153" fmla="*/ 0 w 7766407"/>
              <a:gd name="connsiteY153" fmla="*/ 5322018 h 5322018"/>
              <a:gd name="connsiteX154" fmla="*/ 283803 w 7766407"/>
              <a:gd name="connsiteY154" fmla="*/ 2134804 h 5322018"/>
              <a:gd name="connsiteX155" fmla="*/ 420115 w 7766407"/>
              <a:gd name="connsiteY155" fmla="*/ 755866 h 5322018"/>
              <a:gd name="connsiteX156" fmla="*/ 443847 w 7766407"/>
              <a:gd name="connsiteY156" fmla="*/ 346023 h 5322018"/>
              <a:gd name="connsiteX157" fmla="*/ 445556 w 7766407"/>
              <a:gd name="connsiteY157" fmla="*/ 318255 h 5322018"/>
              <a:gd name="connsiteX158" fmla="*/ 473895 w 7766407"/>
              <a:gd name="connsiteY158" fmla="*/ 0 h 5322018"/>
              <a:gd name="connsiteX0" fmla="*/ 473895 w 7766407"/>
              <a:gd name="connsiteY0" fmla="*/ 0 h 5322018"/>
              <a:gd name="connsiteX1" fmla="*/ 7766407 w 7766407"/>
              <a:gd name="connsiteY1" fmla="*/ 649356 h 5322018"/>
              <a:gd name="connsiteX2" fmla="*/ 7754419 w 7766407"/>
              <a:gd name="connsiteY2" fmla="*/ 656832 h 5322018"/>
              <a:gd name="connsiteX3" fmla="*/ 7674875 w 7766407"/>
              <a:gd name="connsiteY3" fmla="*/ 705925 h 5322018"/>
              <a:gd name="connsiteX4" fmla="*/ 7594593 w 7766407"/>
              <a:gd name="connsiteY4" fmla="*/ 715147 h 5322018"/>
              <a:gd name="connsiteX5" fmla="*/ 7522045 w 7766407"/>
              <a:gd name="connsiteY5" fmla="*/ 799587 h 5322018"/>
              <a:gd name="connsiteX6" fmla="*/ 7399327 w 7766407"/>
              <a:gd name="connsiteY6" fmla="*/ 845960 h 5322018"/>
              <a:gd name="connsiteX7" fmla="*/ 7322627 w 7766407"/>
              <a:gd name="connsiteY7" fmla="*/ 887773 h 5322018"/>
              <a:gd name="connsiteX8" fmla="*/ 7151262 w 7766407"/>
              <a:gd name="connsiteY8" fmla="*/ 984886 h 5322018"/>
              <a:gd name="connsiteX9" fmla="*/ 6756023 w 7766407"/>
              <a:gd name="connsiteY9" fmla="*/ 1188542 h 5322018"/>
              <a:gd name="connsiteX10" fmla="*/ 6712672 w 7766407"/>
              <a:gd name="connsiteY10" fmla="*/ 1246467 h 5322018"/>
              <a:gd name="connsiteX11" fmla="*/ 6687440 w 7766407"/>
              <a:gd name="connsiteY11" fmla="*/ 1260662 h 5322018"/>
              <a:gd name="connsiteX12" fmla="*/ 6641885 w 7766407"/>
              <a:gd name="connsiteY12" fmla="*/ 1309000 h 5322018"/>
              <a:gd name="connsiteX13" fmla="*/ 6489577 w 7766407"/>
              <a:gd name="connsiteY13" fmla="*/ 1398613 h 5322018"/>
              <a:gd name="connsiteX14" fmla="*/ 6384287 w 7766407"/>
              <a:gd name="connsiteY14" fmla="*/ 1451239 h 5322018"/>
              <a:gd name="connsiteX15" fmla="*/ 6220937 w 7766407"/>
              <a:gd name="connsiteY15" fmla="*/ 1540763 h 5322018"/>
              <a:gd name="connsiteX16" fmla="*/ 6109958 w 7766407"/>
              <a:gd name="connsiteY16" fmla="*/ 1601219 h 5322018"/>
              <a:gd name="connsiteX17" fmla="*/ 6014458 w 7766407"/>
              <a:gd name="connsiteY17" fmla="*/ 1670184 h 5322018"/>
              <a:gd name="connsiteX18" fmla="*/ 5839315 w 7766407"/>
              <a:gd name="connsiteY18" fmla="*/ 1841855 h 5322018"/>
              <a:gd name="connsiteX19" fmla="*/ 5810333 w 7766407"/>
              <a:gd name="connsiteY19" fmla="*/ 1879264 h 5322018"/>
              <a:gd name="connsiteX20" fmla="*/ 5796856 w 7766407"/>
              <a:gd name="connsiteY20" fmla="*/ 1903903 h 5322018"/>
              <a:gd name="connsiteX21" fmla="*/ 5776991 w 7766407"/>
              <a:gd name="connsiteY21" fmla="*/ 1913445 h 5322018"/>
              <a:gd name="connsiteX22" fmla="*/ 5768324 w 7766407"/>
              <a:gd name="connsiteY22" fmla="*/ 1930187 h 5322018"/>
              <a:gd name="connsiteX23" fmla="*/ 5746715 w 7766407"/>
              <a:gd name="connsiteY23" fmla="*/ 1935728 h 5322018"/>
              <a:gd name="connsiteX24" fmla="*/ 5730244 w 7766407"/>
              <a:gd name="connsiteY24" fmla="*/ 1946380 h 5322018"/>
              <a:gd name="connsiteX25" fmla="*/ 5551772 w 7766407"/>
              <a:gd name="connsiteY25" fmla="*/ 2005270 h 5322018"/>
              <a:gd name="connsiteX26" fmla="*/ 5246617 w 7766407"/>
              <a:gd name="connsiteY26" fmla="*/ 2162655 h 5322018"/>
              <a:gd name="connsiteX27" fmla="*/ 5108893 w 7766407"/>
              <a:gd name="connsiteY27" fmla="*/ 2264498 h 5322018"/>
              <a:gd name="connsiteX28" fmla="*/ 4972149 w 7766407"/>
              <a:gd name="connsiteY28" fmla="*/ 2387894 h 5322018"/>
              <a:gd name="connsiteX29" fmla="*/ 4933888 w 7766407"/>
              <a:gd name="connsiteY29" fmla="*/ 2412305 h 5322018"/>
              <a:gd name="connsiteX30" fmla="*/ 4886680 w 7766407"/>
              <a:gd name="connsiteY30" fmla="*/ 2435959 h 5322018"/>
              <a:gd name="connsiteX31" fmla="*/ 4858349 w 7766407"/>
              <a:gd name="connsiteY31" fmla="*/ 2449951 h 5322018"/>
              <a:gd name="connsiteX32" fmla="*/ 4790282 w 7766407"/>
              <a:gd name="connsiteY32" fmla="*/ 2498841 h 5322018"/>
              <a:gd name="connsiteX33" fmla="*/ 4695421 w 7766407"/>
              <a:gd name="connsiteY33" fmla="*/ 2608329 h 5322018"/>
              <a:gd name="connsiteX34" fmla="*/ 4660953 w 7766407"/>
              <a:gd name="connsiteY34" fmla="*/ 2633640 h 5322018"/>
              <a:gd name="connsiteX35" fmla="*/ 4617793 w 7766407"/>
              <a:gd name="connsiteY35" fmla="*/ 2682689 h 5322018"/>
              <a:gd name="connsiteX36" fmla="*/ 4540653 w 7766407"/>
              <a:gd name="connsiteY36" fmla="*/ 2726039 h 5322018"/>
              <a:gd name="connsiteX37" fmla="*/ 4478244 w 7766407"/>
              <a:gd name="connsiteY37" fmla="*/ 2754222 h 5322018"/>
              <a:gd name="connsiteX38" fmla="*/ 4445069 w 7766407"/>
              <a:gd name="connsiteY38" fmla="*/ 2771978 h 5322018"/>
              <a:gd name="connsiteX39" fmla="*/ 4418912 w 7766407"/>
              <a:gd name="connsiteY39" fmla="*/ 2782732 h 5322018"/>
              <a:gd name="connsiteX40" fmla="*/ 4363178 w 7766407"/>
              <a:gd name="connsiteY40" fmla="*/ 2821763 h 5322018"/>
              <a:gd name="connsiteX41" fmla="*/ 4275326 w 7766407"/>
              <a:gd name="connsiteY41" fmla="*/ 2891335 h 5322018"/>
              <a:gd name="connsiteX42" fmla="*/ 4255667 w 7766407"/>
              <a:gd name="connsiteY42" fmla="*/ 2905018 h 5322018"/>
              <a:gd name="connsiteX43" fmla="*/ 4234983 w 7766407"/>
              <a:gd name="connsiteY43" fmla="*/ 2912298 h 5322018"/>
              <a:gd name="connsiteX44" fmla="*/ 4226882 w 7766407"/>
              <a:gd name="connsiteY44" fmla="*/ 2910079 h 5322018"/>
              <a:gd name="connsiteX45" fmla="*/ 4215462 w 7766407"/>
              <a:gd name="connsiteY45" fmla="*/ 2916885 h 5322018"/>
              <a:gd name="connsiteX46" fmla="*/ 4211632 w 7766407"/>
              <a:gd name="connsiteY46" fmla="*/ 2917760 h 5322018"/>
              <a:gd name="connsiteX47" fmla="*/ 4190465 w 7766407"/>
              <a:gd name="connsiteY47" fmla="*/ 2923708 h 5322018"/>
              <a:gd name="connsiteX48" fmla="*/ 4164947 w 7766407"/>
              <a:gd name="connsiteY48" fmla="*/ 2959675 h 5322018"/>
              <a:gd name="connsiteX49" fmla="*/ 4117371 w 7766407"/>
              <a:gd name="connsiteY49" fmla="*/ 2984784 h 5322018"/>
              <a:gd name="connsiteX50" fmla="*/ 3904979 w 7766407"/>
              <a:gd name="connsiteY50" fmla="*/ 3091607 h 5322018"/>
              <a:gd name="connsiteX51" fmla="*/ 3778911 w 7766407"/>
              <a:gd name="connsiteY51" fmla="*/ 3255548 h 5322018"/>
              <a:gd name="connsiteX52" fmla="*/ 3728606 w 7766407"/>
              <a:gd name="connsiteY52" fmla="*/ 3295465 h 5322018"/>
              <a:gd name="connsiteX53" fmla="*/ 3718668 w 7766407"/>
              <a:gd name="connsiteY53" fmla="*/ 3304992 h 5322018"/>
              <a:gd name="connsiteX54" fmla="*/ 3717842 w 7766407"/>
              <a:gd name="connsiteY54" fmla="*/ 3305447 h 5322018"/>
              <a:gd name="connsiteX55" fmla="*/ 3718578 w 7766407"/>
              <a:gd name="connsiteY55" fmla="*/ 3308616 h 5322018"/>
              <a:gd name="connsiteX56" fmla="*/ 3712398 w 7766407"/>
              <a:gd name="connsiteY56" fmla="*/ 3318359 h 5322018"/>
              <a:gd name="connsiteX57" fmla="*/ 3702979 w 7766407"/>
              <a:gd name="connsiteY57" fmla="*/ 3338545 h 5322018"/>
              <a:gd name="connsiteX58" fmla="*/ 3698626 w 7766407"/>
              <a:gd name="connsiteY58" fmla="*/ 3341390 h 5322018"/>
              <a:gd name="connsiteX59" fmla="*/ 3680384 w 7766407"/>
              <a:gd name="connsiteY59" fmla="*/ 3370390 h 5322018"/>
              <a:gd name="connsiteX60" fmla="*/ 3678906 w 7766407"/>
              <a:gd name="connsiteY60" fmla="*/ 3370346 h 5322018"/>
              <a:gd name="connsiteX61" fmla="*/ 3668393 w 7766407"/>
              <a:gd name="connsiteY61" fmla="*/ 3376590 h 5322018"/>
              <a:gd name="connsiteX62" fmla="*/ 3661364 w 7766407"/>
              <a:gd name="connsiteY62" fmla="*/ 3371467 h 5322018"/>
              <a:gd name="connsiteX63" fmla="*/ 3658334 w 7766407"/>
              <a:gd name="connsiteY63" fmla="*/ 3373274 h 5322018"/>
              <a:gd name="connsiteX64" fmla="*/ 3657792 w 7766407"/>
              <a:gd name="connsiteY64" fmla="*/ 3373950 h 5322018"/>
              <a:gd name="connsiteX65" fmla="*/ 3651105 w 7766407"/>
              <a:gd name="connsiteY65" fmla="*/ 3389533 h 5322018"/>
              <a:gd name="connsiteX66" fmla="*/ 3648132 w 7766407"/>
              <a:gd name="connsiteY66" fmla="*/ 3388884 h 5322018"/>
              <a:gd name="connsiteX67" fmla="*/ 3643801 w 7766407"/>
              <a:gd name="connsiteY67" fmla="*/ 3396002 h 5322018"/>
              <a:gd name="connsiteX68" fmla="*/ 3639159 w 7766407"/>
              <a:gd name="connsiteY68" fmla="*/ 3398369 h 5322018"/>
              <a:gd name="connsiteX69" fmla="*/ 3617811 w 7766407"/>
              <a:gd name="connsiteY69" fmla="*/ 3425254 h 5322018"/>
              <a:gd name="connsiteX70" fmla="*/ 3616346 w 7766407"/>
              <a:gd name="connsiteY70" fmla="*/ 3425054 h 5322018"/>
              <a:gd name="connsiteX71" fmla="*/ 3605202 w 7766407"/>
              <a:gd name="connsiteY71" fmla="*/ 3430140 h 5322018"/>
              <a:gd name="connsiteX72" fmla="*/ 3586582 w 7766407"/>
              <a:gd name="connsiteY72" fmla="*/ 3441167 h 5322018"/>
              <a:gd name="connsiteX73" fmla="*/ 3580103 w 7766407"/>
              <a:gd name="connsiteY73" fmla="*/ 3439005 h 5322018"/>
              <a:gd name="connsiteX74" fmla="*/ 3576872 w 7766407"/>
              <a:gd name="connsiteY74" fmla="*/ 3444094 h 5322018"/>
              <a:gd name="connsiteX75" fmla="*/ 3572338 w 7766407"/>
              <a:gd name="connsiteY75" fmla="*/ 3449943 h 5322018"/>
              <a:gd name="connsiteX76" fmla="*/ 3571965 w 7766407"/>
              <a:gd name="connsiteY76" fmla="*/ 3449964 h 5322018"/>
              <a:gd name="connsiteX77" fmla="*/ 3566623 w 7766407"/>
              <a:gd name="connsiteY77" fmla="*/ 3455947 h 5322018"/>
              <a:gd name="connsiteX78" fmla="*/ 3564070 w 7766407"/>
              <a:gd name="connsiteY78" fmla="*/ 3460601 h 5322018"/>
              <a:gd name="connsiteX79" fmla="*/ 3526726 w 7766407"/>
              <a:gd name="connsiteY79" fmla="*/ 3463163 h 5322018"/>
              <a:gd name="connsiteX80" fmla="*/ 3525139 w 7766407"/>
              <a:gd name="connsiteY80" fmla="*/ 3464518 h 5322018"/>
              <a:gd name="connsiteX81" fmla="*/ 3506741 w 7766407"/>
              <a:gd name="connsiteY81" fmla="*/ 3487501 h 5322018"/>
              <a:gd name="connsiteX82" fmla="*/ 3501585 w 7766407"/>
              <a:gd name="connsiteY82" fmla="*/ 3492832 h 5322018"/>
              <a:gd name="connsiteX83" fmla="*/ 3501212 w 7766407"/>
              <a:gd name="connsiteY83" fmla="*/ 3492813 h 5322018"/>
              <a:gd name="connsiteX84" fmla="*/ 3495239 w 7766407"/>
              <a:gd name="connsiteY84" fmla="*/ 3498192 h 5322018"/>
              <a:gd name="connsiteX85" fmla="*/ 3492183 w 7766407"/>
              <a:gd name="connsiteY85" fmla="*/ 3502548 h 5322018"/>
              <a:gd name="connsiteX86" fmla="*/ 3476697 w 7766407"/>
              <a:gd name="connsiteY86" fmla="*/ 3501956 h 5322018"/>
              <a:gd name="connsiteX87" fmla="*/ 3469187 w 7766407"/>
              <a:gd name="connsiteY87" fmla="*/ 3506574 h 5322018"/>
              <a:gd name="connsiteX88" fmla="*/ 3408103 w 7766407"/>
              <a:gd name="connsiteY88" fmla="*/ 3549813 h 5322018"/>
              <a:gd name="connsiteX89" fmla="*/ 3326209 w 7766407"/>
              <a:gd name="connsiteY89" fmla="*/ 3609630 h 5322018"/>
              <a:gd name="connsiteX90" fmla="*/ 3297595 w 7766407"/>
              <a:gd name="connsiteY90" fmla="*/ 3632513 h 5322018"/>
              <a:gd name="connsiteX91" fmla="*/ 3242015 w 7766407"/>
              <a:gd name="connsiteY91" fmla="*/ 3667904 h 5322018"/>
              <a:gd name="connsiteX92" fmla="*/ 3213720 w 7766407"/>
              <a:gd name="connsiteY92" fmla="*/ 3680766 h 5322018"/>
              <a:gd name="connsiteX93" fmla="*/ 3212968 w 7766407"/>
              <a:gd name="connsiteY93" fmla="*/ 3681905 h 5322018"/>
              <a:gd name="connsiteX94" fmla="*/ 3208857 w 7766407"/>
              <a:gd name="connsiteY94" fmla="*/ 3681194 h 5322018"/>
              <a:gd name="connsiteX95" fmla="*/ 3203557 w 7766407"/>
              <a:gd name="connsiteY95" fmla="*/ 3683492 h 5322018"/>
              <a:gd name="connsiteX96" fmla="*/ 3192199 w 7766407"/>
              <a:gd name="connsiteY96" fmla="*/ 3693448 h 5322018"/>
              <a:gd name="connsiteX97" fmla="*/ 3188443 w 7766407"/>
              <a:gd name="connsiteY97" fmla="*/ 3697797 h 5322018"/>
              <a:gd name="connsiteX98" fmla="*/ 3181853 w 7766407"/>
              <a:gd name="connsiteY98" fmla="*/ 3702869 h 5322018"/>
              <a:gd name="connsiteX99" fmla="*/ 3181526 w 7766407"/>
              <a:gd name="connsiteY99" fmla="*/ 3702803 h 5322018"/>
              <a:gd name="connsiteX100" fmla="*/ 3175672 w 7766407"/>
              <a:gd name="connsiteY100" fmla="*/ 3707933 h 5322018"/>
              <a:gd name="connsiteX101" fmla="*/ 3149098 w 7766407"/>
              <a:gd name="connsiteY101" fmla="*/ 3735473 h 5322018"/>
              <a:gd name="connsiteX102" fmla="*/ 3093676 w 7766407"/>
              <a:gd name="connsiteY102" fmla="*/ 3747916 h 5322018"/>
              <a:gd name="connsiteX103" fmla="*/ 3074500 w 7766407"/>
              <a:gd name="connsiteY103" fmla="*/ 3757479 h 5322018"/>
              <a:gd name="connsiteX104" fmla="*/ 3063387 w 7766407"/>
              <a:gd name="connsiteY104" fmla="*/ 3761557 h 5322018"/>
              <a:gd name="connsiteX105" fmla="*/ 3062129 w 7766407"/>
              <a:gd name="connsiteY105" fmla="*/ 3761145 h 5322018"/>
              <a:gd name="connsiteX106" fmla="*/ 3036739 w 7766407"/>
              <a:gd name="connsiteY106" fmla="*/ 3787643 h 5322018"/>
              <a:gd name="connsiteX107" fmla="*/ 3032052 w 7766407"/>
              <a:gd name="connsiteY107" fmla="*/ 3789608 h 5322018"/>
              <a:gd name="connsiteX108" fmla="*/ 3017184 w 7766407"/>
              <a:gd name="connsiteY108" fmla="*/ 3808868 h 5322018"/>
              <a:gd name="connsiteX109" fmla="*/ 3008605 w 7766407"/>
              <a:gd name="connsiteY109" fmla="*/ 3817755 h 5322018"/>
              <a:gd name="connsiteX110" fmla="*/ 3008033 w 7766407"/>
              <a:gd name="connsiteY110" fmla="*/ 3822453 h 5322018"/>
              <a:gd name="connsiteX111" fmla="*/ 2994428 w 7766407"/>
              <a:gd name="connsiteY111" fmla="*/ 3834466 h 5322018"/>
              <a:gd name="connsiteX112" fmla="*/ 2992169 w 7766407"/>
              <a:gd name="connsiteY112" fmla="*/ 3835021 h 5322018"/>
              <a:gd name="connsiteX113" fmla="*/ 2983549 w 7766407"/>
              <a:gd name="connsiteY113" fmla="*/ 3847993 h 5322018"/>
              <a:gd name="connsiteX114" fmla="*/ 2853933 w 7766407"/>
              <a:gd name="connsiteY114" fmla="*/ 3953133 h 5322018"/>
              <a:gd name="connsiteX115" fmla="*/ 2700319 w 7766407"/>
              <a:gd name="connsiteY115" fmla="*/ 4113764 h 5322018"/>
              <a:gd name="connsiteX116" fmla="*/ 2510176 w 7766407"/>
              <a:gd name="connsiteY116" fmla="*/ 4248057 h 5322018"/>
              <a:gd name="connsiteX117" fmla="*/ 2435589 w 7766407"/>
              <a:gd name="connsiteY117" fmla="*/ 4314608 h 5322018"/>
              <a:gd name="connsiteX118" fmla="*/ 2415553 w 7766407"/>
              <a:gd name="connsiteY118" fmla="*/ 4320982 h 5322018"/>
              <a:gd name="connsiteX119" fmla="*/ 2411954 w 7766407"/>
              <a:gd name="connsiteY119" fmla="*/ 4321914 h 5322018"/>
              <a:gd name="connsiteX120" fmla="*/ 2354125 w 7766407"/>
              <a:gd name="connsiteY120" fmla="*/ 4349531 h 5322018"/>
              <a:gd name="connsiteX121" fmla="*/ 2283738 w 7766407"/>
              <a:gd name="connsiteY121" fmla="*/ 4401913 h 5322018"/>
              <a:gd name="connsiteX122" fmla="*/ 2274639 w 7766407"/>
              <a:gd name="connsiteY122" fmla="*/ 4413265 h 5322018"/>
              <a:gd name="connsiteX123" fmla="*/ 2200361 w 7766407"/>
              <a:gd name="connsiteY123" fmla="*/ 4461969 h 5322018"/>
              <a:gd name="connsiteX124" fmla="*/ 2151385 w 7766407"/>
              <a:gd name="connsiteY124" fmla="*/ 4498639 h 5322018"/>
              <a:gd name="connsiteX125" fmla="*/ 2142612 w 7766407"/>
              <a:gd name="connsiteY125" fmla="*/ 4509639 h 5322018"/>
              <a:gd name="connsiteX126" fmla="*/ 2126867 w 7766407"/>
              <a:gd name="connsiteY126" fmla="*/ 4512135 h 5322018"/>
              <a:gd name="connsiteX127" fmla="*/ 2120592 w 7766407"/>
              <a:gd name="connsiteY127" fmla="*/ 4509890 h 5322018"/>
              <a:gd name="connsiteX128" fmla="*/ 2082302 w 7766407"/>
              <a:gd name="connsiteY128" fmla="*/ 4540317 h 5322018"/>
              <a:gd name="connsiteX129" fmla="*/ 2077252 w 7766407"/>
              <a:gd name="connsiteY129" fmla="*/ 4543206 h 5322018"/>
              <a:gd name="connsiteX130" fmla="*/ 2040915 w 7766407"/>
              <a:gd name="connsiteY130" fmla="*/ 4560268 h 5322018"/>
              <a:gd name="connsiteX131" fmla="*/ 1984507 w 7766407"/>
              <a:gd name="connsiteY131" fmla="*/ 4581220 h 5322018"/>
              <a:gd name="connsiteX132" fmla="*/ 1921726 w 7766407"/>
              <a:gd name="connsiteY132" fmla="*/ 4594994 h 5322018"/>
              <a:gd name="connsiteX133" fmla="*/ 1886796 w 7766407"/>
              <a:gd name="connsiteY133" fmla="*/ 4605417 h 5322018"/>
              <a:gd name="connsiteX134" fmla="*/ 1861080 w 7766407"/>
              <a:gd name="connsiteY134" fmla="*/ 4610008 h 5322018"/>
              <a:gd name="connsiteX135" fmla="*/ 1829217 w 7766407"/>
              <a:gd name="connsiteY135" fmla="*/ 4618611 h 5322018"/>
              <a:gd name="connsiteX136" fmla="*/ 1809298 w 7766407"/>
              <a:gd name="connsiteY136" fmla="*/ 4630561 h 5322018"/>
              <a:gd name="connsiteX137" fmla="*/ 1734333 w 7766407"/>
              <a:gd name="connsiteY137" fmla="*/ 4646342 h 5322018"/>
              <a:gd name="connsiteX138" fmla="*/ 1356409 w 7766407"/>
              <a:gd name="connsiteY138" fmla="*/ 4866278 h 5322018"/>
              <a:gd name="connsiteX139" fmla="*/ 1048676 w 7766407"/>
              <a:gd name="connsiteY139" fmla="*/ 4988133 h 5322018"/>
              <a:gd name="connsiteX140" fmla="*/ 862512 w 7766407"/>
              <a:gd name="connsiteY140" fmla="*/ 5095694 h 5322018"/>
              <a:gd name="connsiteX141" fmla="*/ 861635 w 7766407"/>
              <a:gd name="connsiteY141" fmla="*/ 5094880 h 5322018"/>
              <a:gd name="connsiteX142" fmla="*/ 850724 w 7766407"/>
              <a:gd name="connsiteY142" fmla="*/ 5095804 h 5322018"/>
              <a:gd name="connsiteX143" fmla="*/ 830865 w 7766407"/>
              <a:gd name="connsiteY143" fmla="*/ 5100063 h 5322018"/>
              <a:gd name="connsiteX144" fmla="*/ 779694 w 7766407"/>
              <a:gd name="connsiteY144" fmla="*/ 5096364 h 5322018"/>
              <a:gd name="connsiteX145" fmla="*/ 746322 w 7766407"/>
              <a:gd name="connsiteY145" fmla="*/ 5117315 h 5322018"/>
              <a:gd name="connsiteX146" fmla="*/ 739355 w 7766407"/>
              <a:gd name="connsiteY146" fmla="*/ 5120945 h 5322018"/>
              <a:gd name="connsiteX147" fmla="*/ 739112 w 7766407"/>
              <a:gd name="connsiteY147" fmla="*/ 5120776 h 5322018"/>
              <a:gd name="connsiteX148" fmla="*/ 731553 w 7766407"/>
              <a:gd name="connsiteY148" fmla="*/ 5124122 h 5322018"/>
              <a:gd name="connsiteX149" fmla="*/ 713129 w 7766407"/>
              <a:gd name="connsiteY149" fmla="*/ 5134606 h 5322018"/>
              <a:gd name="connsiteX150" fmla="*/ 707783 w 7766407"/>
              <a:gd name="connsiteY150" fmla="*/ 5135422 h 5322018"/>
              <a:gd name="connsiteX151" fmla="*/ 674773 w 7766407"/>
              <a:gd name="connsiteY151" fmla="*/ 5139365 h 5322018"/>
              <a:gd name="connsiteX152" fmla="*/ 580910 w 7766407"/>
              <a:gd name="connsiteY152" fmla="*/ 5175217 h 5322018"/>
              <a:gd name="connsiteX153" fmla="*/ 0 w 7766407"/>
              <a:gd name="connsiteY153" fmla="*/ 5322018 h 5322018"/>
              <a:gd name="connsiteX154" fmla="*/ 283803 w 7766407"/>
              <a:gd name="connsiteY154" fmla="*/ 2134804 h 5322018"/>
              <a:gd name="connsiteX155" fmla="*/ 443847 w 7766407"/>
              <a:gd name="connsiteY155" fmla="*/ 346023 h 5322018"/>
              <a:gd name="connsiteX156" fmla="*/ 445556 w 7766407"/>
              <a:gd name="connsiteY156" fmla="*/ 318255 h 5322018"/>
              <a:gd name="connsiteX157" fmla="*/ 473895 w 7766407"/>
              <a:gd name="connsiteY157" fmla="*/ 0 h 5322018"/>
              <a:gd name="connsiteX0" fmla="*/ 473895 w 7766407"/>
              <a:gd name="connsiteY0" fmla="*/ 0 h 5322018"/>
              <a:gd name="connsiteX1" fmla="*/ 7766407 w 7766407"/>
              <a:gd name="connsiteY1" fmla="*/ 649356 h 5322018"/>
              <a:gd name="connsiteX2" fmla="*/ 7754419 w 7766407"/>
              <a:gd name="connsiteY2" fmla="*/ 656832 h 5322018"/>
              <a:gd name="connsiteX3" fmla="*/ 7674875 w 7766407"/>
              <a:gd name="connsiteY3" fmla="*/ 705925 h 5322018"/>
              <a:gd name="connsiteX4" fmla="*/ 7594593 w 7766407"/>
              <a:gd name="connsiteY4" fmla="*/ 715147 h 5322018"/>
              <a:gd name="connsiteX5" fmla="*/ 7522045 w 7766407"/>
              <a:gd name="connsiteY5" fmla="*/ 799587 h 5322018"/>
              <a:gd name="connsiteX6" fmla="*/ 7399327 w 7766407"/>
              <a:gd name="connsiteY6" fmla="*/ 845960 h 5322018"/>
              <a:gd name="connsiteX7" fmla="*/ 7322627 w 7766407"/>
              <a:gd name="connsiteY7" fmla="*/ 887773 h 5322018"/>
              <a:gd name="connsiteX8" fmla="*/ 7151262 w 7766407"/>
              <a:gd name="connsiteY8" fmla="*/ 984886 h 5322018"/>
              <a:gd name="connsiteX9" fmla="*/ 6756023 w 7766407"/>
              <a:gd name="connsiteY9" fmla="*/ 1188542 h 5322018"/>
              <a:gd name="connsiteX10" fmla="*/ 6712672 w 7766407"/>
              <a:gd name="connsiteY10" fmla="*/ 1246467 h 5322018"/>
              <a:gd name="connsiteX11" fmla="*/ 6687440 w 7766407"/>
              <a:gd name="connsiteY11" fmla="*/ 1260662 h 5322018"/>
              <a:gd name="connsiteX12" fmla="*/ 6641885 w 7766407"/>
              <a:gd name="connsiteY12" fmla="*/ 1309000 h 5322018"/>
              <a:gd name="connsiteX13" fmla="*/ 6489577 w 7766407"/>
              <a:gd name="connsiteY13" fmla="*/ 1398613 h 5322018"/>
              <a:gd name="connsiteX14" fmla="*/ 6384287 w 7766407"/>
              <a:gd name="connsiteY14" fmla="*/ 1451239 h 5322018"/>
              <a:gd name="connsiteX15" fmla="*/ 6220937 w 7766407"/>
              <a:gd name="connsiteY15" fmla="*/ 1540763 h 5322018"/>
              <a:gd name="connsiteX16" fmla="*/ 6109958 w 7766407"/>
              <a:gd name="connsiteY16" fmla="*/ 1601219 h 5322018"/>
              <a:gd name="connsiteX17" fmla="*/ 6014458 w 7766407"/>
              <a:gd name="connsiteY17" fmla="*/ 1670184 h 5322018"/>
              <a:gd name="connsiteX18" fmla="*/ 5839315 w 7766407"/>
              <a:gd name="connsiteY18" fmla="*/ 1841855 h 5322018"/>
              <a:gd name="connsiteX19" fmla="*/ 5810333 w 7766407"/>
              <a:gd name="connsiteY19" fmla="*/ 1879264 h 5322018"/>
              <a:gd name="connsiteX20" fmla="*/ 5796856 w 7766407"/>
              <a:gd name="connsiteY20" fmla="*/ 1903903 h 5322018"/>
              <a:gd name="connsiteX21" fmla="*/ 5776991 w 7766407"/>
              <a:gd name="connsiteY21" fmla="*/ 1913445 h 5322018"/>
              <a:gd name="connsiteX22" fmla="*/ 5768324 w 7766407"/>
              <a:gd name="connsiteY22" fmla="*/ 1930187 h 5322018"/>
              <a:gd name="connsiteX23" fmla="*/ 5746715 w 7766407"/>
              <a:gd name="connsiteY23" fmla="*/ 1935728 h 5322018"/>
              <a:gd name="connsiteX24" fmla="*/ 5730244 w 7766407"/>
              <a:gd name="connsiteY24" fmla="*/ 1946380 h 5322018"/>
              <a:gd name="connsiteX25" fmla="*/ 5551772 w 7766407"/>
              <a:gd name="connsiteY25" fmla="*/ 2005270 h 5322018"/>
              <a:gd name="connsiteX26" fmla="*/ 5246617 w 7766407"/>
              <a:gd name="connsiteY26" fmla="*/ 2162655 h 5322018"/>
              <a:gd name="connsiteX27" fmla="*/ 5108893 w 7766407"/>
              <a:gd name="connsiteY27" fmla="*/ 2264498 h 5322018"/>
              <a:gd name="connsiteX28" fmla="*/ 4972149 w 7766407"/>
              <a:gd name="connsiteY28" fmla="*/ 2387894 h 5322018"/>
              <a:gd name="connsiteX29" fmla="*/ 4933888 w 7766407"/>
              <a:gd name="connsiteY29" fmla="*/ 2412305 h 5322018"/>
              <a:gd name="connsiteX30" fmla="*/ 4886680 w 7766407"/>
              <a:gd name="connsiteY30" fmla="*/ 2435959 h 5322018"/>
              <a:gd name="connsiteX31" fmla="*/ 4858349 w 7766407"/>
              <a:gd name="connsiteY31" fmla="*/ 2449951 h 5322018"/>
              <a:gd name="connsiteX32" fmla="*/ 4790282 w 7766407"/>
              <a:gd name="connsiteY32" fmla="*/ 2498841 h 5322018"/>
              <a:gd name="connsiteX33" fmla="*/ 4695421 w 7766407"/>
              <a:gd name="connsiteY33" fmla="*/ 2608329 h 5322018"/>
              <a:gd name="connsiteX34" fmla="*/ 4660953 w 7766407"/>
              <a:gd name="connsiteY34" fmla="*/ 2633640 h 5322018"/>
              <a:gd name="connsiteX35" fmla="*/ 4617793 w 7766407"/>
              <a:gd name="connsiteY35" fmla="*/ 2682689 h 5322018"/>
              <a:gd name="connsiteX36" fmla="*/ 4540653 w 7766407"/>
              <a:gd name="connsiteY36" fmla="*/ 2726039 h 5322018"/>
              <a:gd name="connsiteX37" fmla="*/ 4478244 w 7766407"/>
              <a:gd name="connsiteY37" fmla="*/ 2754222 h 5322018"/>
              <a:gd name="connsiteX38" fmla="*/ 4445069 w 7766407"/>
              <a:gd name="connsiteY38" fmla="*/ 2771978 h 5322018"/>
              <a:gd name="connsiteX39" fmla="*/ 4418912 w 7766407"/>
              <a:gd name="connsiteY39" fmla="*/ 2782732 h 5322018"/>
              <a:gd name="connsiteX40" fmla="*/ 4363178 w 7766407"/>
              <a:gd name="connsiteY40" fmla="*/ 2821763 h 5322018"/>
              <a:gd name="connsiteX41" fmla="*/ 4275326 w 7766407"/>
              <a:gd name="connsiteY41" fmla="*/ 2891335 h 5322018"/>
              <a:gd name="connsiteX42" fmla="*/ 4255667 w 7766407"/>
              <a:gd name="connsiteY42" fmla="*/ 2905018 h 5322018"/>
              <a:gd name="connsiteX43" fmla="*/ 4234983 w 7766407"/>
              <a:gd name="connsiteY43" fmla="*/ 2912298 h 5322018"/>
              <a:gd name="connsiteX44" fmla="*/ 4226882 w 7766407"/>
              <a:gd name="connsiteY44" fmla="*/ 2910079 h 5322018"/>
              <a:gd name="connsiteX45" fmla="*/ 4215462 w 7766407"/>
              <a:gd name="connsiteY45" fmla="*/ 2916885 h 5322018"/>
              <a:gd name="connsiteX46" fmla="*/ 4211632 w 7766407"/>
              <a:gd name="connsiteY46" fmla="*/ 2917760 h 5322018"/>
              <a:gd name="connsiteX47" fmla="*/ 4190465 w 7766407"/>
              <a:gd name="connsiteY47" fmla="*/ 2923708 h 5322018"/>
              <a:gd name="connsiteX48" fmla="*/ 4164947 w 7766407"/>
              <a:gd name="connsiteY48" fmla="*/ 2959675 h 5322018"/>
              <a:gd name="connsiteX49" fmla="*/ 4117371 w 7766407"/>
              <a:gd name="connsiteY49" fmla="*/ 2984784 h 5322018"/>
              <a:gd name="connsiteX50" fmla="*/ 3904979 w 7766407"/>
              <a:gd name="connsiteY50" fmla="*/ 3091607 h 5322018"/>
              <a:gd name="connsiteX51" fmla="*/ 3778911 w 7766407"/>
              <a:gd name="connsiteY51" fmla="*/ 3255548 h 5322018"/>
              <a:gd name="connsiteX52" fmla="*/ 3728606 w 7766407"/>
              <a:gd name="connsiteY52" fmla="*/ 3295465 h 5322018"/>
              <a:gd name="connsiteX53" fmla="*/ 3718668 w 7766407"/>
              <a:gd name="connsiteY53" fmla="*/ 3304992 h 5322018"/>
              <a:gd name="connsiteX54" fmla="*/ 3717842 w 7766407"/>
              <a:gd name="connsiteY54" fmla="*/ 3305447 h 5322018"/>
              <a:gd name="connsiteX55" fmla="*/ 3718578 w 7766407"/>
              <a:gd name="connsiteY55" fmla="*/ 3308616 h 5322018"/>
              <a:gd name="connsiteX56" fmla="*/ 3712398 w 7766407"/>
              <a:gd name="connsiteY56" fmla="*/ 3318359 h 5322018"/>
              <a:gd name="connsiteX57" fmla="*/ 3702979 w 7766407"/>
              <a:gd name="connsiteY57" fmla="*/ 3338545 h 5322018"/>
              <a:gd name="connsiteX58" fmla="*/ 3698626 w 7766407"/>
              <a:gd name="connsiteY58" fmla="*/ 3341390 h 5322018"/>
              <a:gd name="connsiteX59" fmla="*/ 3680384 w 7766407"/>
              <a:gd name="connsiteY59" fmla="*/ 3370390 h 5322018"/>
              <a:gd name="connsiteX60" fmla="*/ 3678906 w 7766407"/>
              <a:gd name="connsiteY60" fmla="*/ 3370346 h 5322018"/>
              <a:gd name="connsiteX61" fmla="*/ 3668393 w 7766407"/>
              <a:gd name="connsiteY61" fmla="*/ 3376590 h 5322018"/>
              <a:gd name="connsiteX62" fmla="*/ 3661364 w 7766407"/>
              <a:gd name="connsiteY62" fmla="*/ 3371467 h 5322018"/>
              <a:gd name="connsiteX63" fmla="*/ 3658334 w 7766407"/>
              <a:gd name="connsiteY63" fmla="*/ 3373274 h 5322018"/>
              <a:gd name="connsiteX64" fmla="*/ 3657792 w 7766407"/>
              <a:gd name="connsiteY64" fmla="*/ 3373950 h 5322018"/>
              <a:gd name="connsiteX65" fmla="*/ 3651105 w 7766407"/>
              <a:gd name="connsiteY65" fmla="*/ 3389533 h 5322018"/>
              <a:gd name="connsiteX66" fmla="*/ 3648132 w 7766407"/>
              <a:gd name="connsiteY66" fmla="*/ 3388884 h 5322018"/>
              <a:gd name="connsiteX67" fmla="*/ 3643801 w 7766407"/>
              <a:gd name="connsiteY67" fmla="*/ 3396002 h 5322018"/>
              <a:gd name="connsiteX68" fmla="*/ 3639159 w 7766407"/>
              <a:gd name="connsiteY68" fmla="*/ 3398369 h 5322018"/>
              <a:gd name="connsiteX69" fmla="*/ 3617811 w 7766407"/>
              <a:gd name="connsiteY69" fmla="*/ 3425254 h 5322018"/>
              <a:gd name="connsiteX70" fmla="*/ 3616346 w 7766407"/>
              <a:gd name="connsiteY70" fmla="*/ 3425054 h 5322018"/>
              <a:gd name="connsiteX71" fmla="*/ 3605202 w 7766407"/>
              <a:gd name="connsiteY71" fmla="*/ 3430140 h 5322018"/>
              <a:gd name="connsiteX72" fmla="*/ 3586582 w 7766407"/>
              <a:gd name="connsiteY72" fmla="*/ 3441167 h 5322018"/>
              <a:gd name="connsiteX73" fmla="*/ 3580103 w 7766407"/>
              <a:gd name="connsiteY73" fmla="*/ 3439005 h 5322018"/>
              <a:gd name="connsiteX74" fmla="*/ 3576872 w 7766407"/>
              <a:gd name="connsiteY74" fmla="*/ 3444094 h 5322018"/>
              <a:gd name="connsiteX75" fmla="*/ 3572338 w 7766407"/>
              <a:gd name="connsiteY75" fmla="*/ 3449943 h 5322018"/>
              <a:gd name="connsiteX76" fmla="*/ 3571965 w 7766407"/>
              <a:gd name="connsiteY76" fmla="*/ 3449964 h 5322018"/>
              <a:gd name="connsiteX77" fmla="*/ 3566623 w 7766407"/>
              <a:gd name="connsiteY77" fmla="*/ 3455947 h 5322018"/>
              <a:gd name="connsiteX78" fmla="*/ 3564070 w 7766407"/>
              <a:gd name="connsiteY78" fmla="*/ 3460601 h 5322018"/>
              <a:gd name="connsiteX79" fmla="*/ 3526726 w 7766407"/>
              <a:gd name="connsiteY79" fmla="*/ 3463163 h 5322018"/>
              <a:gd name="connsiteX80" fmla="*/ 3525139 w 7766407"/>
              <a:gd name="connsiteY80" fmla="*/ 3464518 h 5322018"/>
              <a:gd name="connsiteX81" fmla="*/ 3506741 w 7766407"/>
              <a:gd name="connsiteY81" fmla="*/ 3487501 h 5322018"/>
              <a:gd name="connsiteX82" fmla="*/ 3501585 w 7766407"/>
              <a:gd name="connsiteY82" fmla="*/ 3492832 h 5322018"/>
              <a:gd name="connsiteX83" fmla="*/ 3501212 w 7766407"/>
              <a:gd name="connsiteY83" fmla="*/ 3492813 h 5322018"/>
              <a:gd name="connsiteX84" fmla="*/ 3495239 w 7766407"/>
              <a:gd name="connsiteY84" fmla="*/ 3498192 h 5322018"/>
              <a:gd name="connsiteX85" fmla="*/ 3492183 w 7766407"/>
              <a:gd name="connsiteY85" fmla="*/ 3502548 h 5322018"/>
              <a:gd name="connsiteX86" fmla="*/ 3476697 w 7766407"/>
              <a:gd name="connsiteY86" fmla="*/ 3501956 h 5322018"/>
              <a:gd name="connsiteX87" fmla="*/ 3469187 w 7766407"/>
              <a:gd name="connsiteY87" fmla="*/ 3506574 h 5322018"/>
              <a:gd name="connsiteX88" fmla="*/ 3408103 w 7766407"/>
              <a:gd name="connsiteY88" fmla="*/ 3549813 h 5322018"/>
              <a:gd name="connsiteX89" fmla="*/ 3326209 w 7766407"/>
              <a:gd name="connsiteY89" fmla="*/ 3609630 h 5322018"/>
              <a:gd name="connsiteX90" fmla="*/ 3297595 w 7766407"/>
              <a:gd name="connsiteY90" fmla="*/ 3632513 h 5322018"/>
              <a:gd name="connsiteX91" fmla="*/ 3242015 w 7766407"/>
              <a:gd name="connsiteY91" fmla="*/ 3667904 h 5322018"/>
              <a:gd name="connsiteX92" fmla="*/ 3213720 w 7766407"/>
              <a:gd name="connsiteY92" fmla="*/ 3680766 h 5322018"/>
              <a:gd name="connsiteX93" fmla="*/ 3212968 w 7766407"/>
              <a:gd name="connsiteY93" fmla="*/ 3681905 h 5322018"/>
              <a:gd name="connsiteX94" fmla="*/ 3208857 w 7766407"/>
              <a:gd name="connsiteY94" fmla="*/ 3681194 h 5322018"/>
              <a:gd name="connsiteX95" fmla="*/ 3203557 w 7766407"/>
              <a:gd name="connsiteY95" fmla="*/ 3683492 h 5322018"/>
              <a:gd name="connsiteX96" fmla="*/ 3192199 w 7766407"/>
              <a:gd name="connsiteY96" fmla="*/ 3693448 h 5322018"/>
              <a:gd name="connsiteX97" fmla="*/ 3188443 w 7766407"/>
              <a:gd name="connsiteY97" fmla="*/ 3697797 h 5322018"/>
              <a:gd name="connsiteX98" fmla="*/ 3181853 w 7766407"/>
              <a:gd name="connsiteY98" fmla="*/ 3702869 h 5322018"/>
              <a:gd name="connsiteX99" fmla="*/ 3181526 w 7766407"/>
              <a:gd name="connsiteY99" fmla="*/ 3702803 h 5322018"/>
              <a:gd name="connsiteX100" fmla="*/ 3175672 w 7766407"/>
              <a:gd name="connsiteY100" fmla="*/ 3707933 h 5322018"/>
              <a:gd name="connsiteX101" fmla="*/ 3149098 w 7766407"/>
              <a:gd name="connsiteY101" fmla="*/ 3735473 h 5322018"/>
              <a:gd name="connsiteX102" fmla="*/ 3093676 w 7766407"/>
              <a:gd name="connsiteY102" fmla="*/ 3747916 h 5322018"/>
              <a:gd name="connsiteX103" fmla="*/ 3074500 w 7766407"/>
              <a:gd name="connsiteY103" fmla="*/ 3757479 h 5322018"/>
              <a:gd name="connsiteX104" fmla="*/ 3063387 w 7766407"/>
              <a:gd name="connsiteY104" fmla="*/ 3761557 h 5322018"/>
              <a:gd name="connsiteX105" fmla="*/ 3062129 w 7766407"/>
              <a:gd name="connsiteY105" fmla="*/ 3761145 h 5322018"/>
              <a:gd name="connsiteX106" fmla="*/ 3036739 w 7766407"/>
              <a:gd name="connsiteY106" fmla="*/ 3787643 h 5322018"/>
              <a:gd name="connsiteX107" fmla="*/ 3032052 w 7766407"/>
              <a:gd name="connsiteY107" fmla="*/ 3789608 h 5322018"/>
              <a:gd name="connsiteX108" fmla="*/ 3017184 w 7766407"/>
              <a:gd name="connsiteY108" fmla="*/ 3808868 h 5322018"/>
              <a:gd name="connsiteX109" fmla="*/ 3008605 w 7766407"/>
              <a:gd name="connsiteY109" fmla="*/ 3817755 h 5322018"/>
              <a:gd name="connsiteX110" fmla="*/ 3008033 w 7766407"/>
              <a:gd name="connsiteY110" fmla="*/ 3822453 h 5322018"/>
              <a:gd name="connsiteX111" fmla="*/ 2994428 w 7766407"/>
              <a:gd name="connsiteY111" fmla="*/ 3834466 h 5322018"/>
              <a:gd name="connsiteX112" fmla="*/ 2992169 w 7766407"/>
              <a:gd name="connsiteY112" fmla="*/ 3835021 h 5322018"/>
              <a:gd name="connsiteX113" fmla="*/ 2983549 w 7766407"/>
              <a:gd name="connsiteY113" fmla="*/ 3847993 h 5322018"/>
              <a:gd name="connsiteX114" fmla="*/ 2853933 w 7766407"/>
              <a:gd name="connsiteY114" fmla="*/ 3953133 h 5322018"/>
              <a:gd name="connsiteX115" fmla="*/ 2700319 w 7766407"/>
              <a:gd name="connsiteY115" fmla="*/ 4113764 h 5322018"/>
              <a:gd name="connsiteX116" fmla="*/ 2510176 w 7766407"/>
              <a:gd name="connsiteY116" fmla="*/ 4248057 h 5322018"/>
              <a:gd name="connsiteX117" fmla="*/ 2435589 w 7766407"/>
              <a:gd name="connsiteY117" fmla="*/ 4314608 h 5322018"/>
              <a:gd name="connsiteX118" fmla="*/ 2415553 w 7766407"/>
              <a:gd name="connsiteY118" fmla="*/ 4320982 h 5322018"/>
              <a:gd name="connsiteX119" fmla="*/ 2411954 w 7766407"/>
              <a:gd name="connsiteY119" fmla="*/ 4321914 h 5322018"/>
              <a:gd name="connsiteX120" fmla="*/ 2354125 w 7766407"/>
              <a:gd name="connsiteY120" fmla="*/ 4349531 h 5322018"/>
              <a:gd name="connsiteX121" fmla="*/ 2283738 w 7766407"/>
              <a:gd name="connsiteY121" fmla="*/ 4401913 h 5322018"/>
              <a:gd name="connsiteX122" fmla="*/ 2274639 w 7766407"/>
              <a:gd name="connsiteY122" fmla="*/ 4413265 h 5322018"/>
              <a:gd name="connsiteX123" fmla="*/ 2200361 w 7766407"/>
              <a:gd name="connsiteY123" fmla="*/ 4461969 h 5322018"/>
              <a:gd name="connsiteX124" fmla="*/ 2151385 w 7766407"/>
              <a:gd name="connsiteY124" fmla="*/ 4498639 h 5322018"/>
              <a:gd name="connsiteX125" fmla="*/ 2142612 w 7766407"/>
              <a:gd name="connsiteY125" fmla="*/ 4509639 h 5322018"/>
              <a:gd name="connsiteX126" fmla="*/ 2126867 w 7766407"/>
              <a:gd name="connsiteY126" fmla="*/ 4512135 h 5322018"/>
              <a:gd name="connsiteX127" fmla="*/ 2120592 w 7766407"/>
              <a:gd name="connsiteY127" fmla="*/ 4509890 h 5322018"/>
              <a:gd name="connsiteX128" fmla="*/ 2082302 w 7766407"/>
              <a:gd name="connsiteY128" fmla="*/ 4540317 h 5322018"/>
              <a:gd name="connsiteX129" fmla="*/ 2077252 w 7766407"/>
              <a:gd name="connsiteY129" fmla="*/ 4543206 h 5322018"/>
              <a:gd name="connsiteX130" fmla="*/ 2040915 w 7766407"/>
              <a:gd name="connsiteY130" fmla="*/ 4560268 h 5322018"/>
              <a:gd name="connsiteX131" fmla="*/ 1984507 w 7766407"/>
              <a:gd name="connsiteY131" fmla="*/ 4581220 h 5322018"/>
              <a:gd name="connsiteX132" fmla="*/ 1921726 w 7766407"/>
              <a:gd name="connsiteY132" fmla="*/ 4594994 h 5322018"/>
              <a:gd name="connsiteX133" fmla="*/ 1886796 w 7766407"/>
              <a:gd name="connsiteY133" fmla="*/ 4605417 h 5322018"/>
              <a:gd name="connsiteX134" fmla="*/ 1861080 w 7766407"/>
              <a:gd name="connsiteY134" fmla="*/ 4610008 h 5322018"/>
              <a:gd name="connsiteX135" fmla="*/ 1829217 w 7766407"/>
              <a:gd name="connsiteY135" fmla="*/ 4618611 h 5322018"/>
              <a:gd name="connsiteX136" fmla="*/ 1809298 w 7766407"/>
              <a:gd name="connsiteY136" fmla="*/ 4630561 h 5322018"/>
              <a:gd name="connsiteX137" fmla="*/ 1734333 w 7766407"/>
              <a:gd name="connsiteY137" fmla="*/ 4646342 h 5322018"/>
              <a:gd name="connsiteX138" fmla="*/ 1356409 w 7766407"/>
              <a:gd name="connsiteY138" fmla="*/ 4866278 h 5322018"/>
              <a:gd name="connsiteX139" fmla="*/ 1048676 w 7766407"/>
              <a:gd name="connsiteY139" fmla="*/ 4988133 h 5322018"/>
              <a:gd name="connsiteX140" fmla="*/ 862512 w 7766407"/>
              <a:gd name="connsiteY140" fmla="*/ 5095694 h 5322018"/>
              <a:gd name="connsiteX141" fmla="*/ 861635 w 7766407"/>
              <a:gd name="connsiteY141" fmla="*/ 5094880 h 5322018"/>
              <a:gd name="connsiteX142" fmla="*/ 850724 w 7766407"/>
              <a:gd name="connsiteY142" fmla="*/ 5095804 h 5322018"/>
              <a:gd name="connsiteX143" fmla="*/ 830865 w 7766407"/>
              <a:gd name="connsiteY143" fmla="*/ 5100063 h 5322018"/>
              <a:gd name="connsiteX144" fmla="*/ 779694 w 7766407"/>
              <a:gd name="connsiteY144" fmla="*/ 5096364 h 5322018"/>
              <a:gd name="connsiteX145" fmla="*/ 746322 w 7766407"/>
              <a:gd name="connsiteY145" fmla="*/ 5117315 h 5322018"/>
              <a:gd name="connsiteX146" fmla="*/ 739355 w 7766407"/>
              <a:gd name="connsiteY146" fmla="*/ 5120945 h 5322018"/>
              <a:gd name="connsiteX147" fmla="*/ 739112 w 7766407"/>
              <a:gd name="connsiteY147" fmla="*/ 5120776 h 5322018"/>
              <a:gd name="connsiteX148" fmla="*/ 731553 w 7766407"/>
              <a:gd name="connsiteY148" fmla="*/ 5124122 h 5322018"/>
              <a:gd name="connsiteX149" fmla="*/ 713129 w 7766407"/>
              <a:gd name="connsiteY149" fmla="*/ 5134606 h 5322018"/>
              <a:gd name="connsiteX150" fmla="*/ 707783 w 7766407"/>
              <a:gd name="connsiteY150" fmla="*/ 5135422 h 5322018"/>
              <a:gd name="connsiteX151" fmla="*/ 674773 w 7766407"/>
              <a:gd name="connsiteY151" fmla="*/ 5139365 h 5322018"/>
              <a:gd name="connsiteX152" fmla="*/ 580910 w 7766407"/>
              <a:gd name="connsiteY152" fmla="*/ 5175217 h 5322018"/>
              <a:gd name="connsiteX153" fmla="*/ 0 w 7766407"/>
              <a:gd name="connsiteY153" fmla="*/ 5322018 h 5322018"/>
              <a:gd name="connsiteX154" fmla="*/ 283803 w 7766407"/>
              <a:gd name="connsiteY154" fmla="*/ 2134804 h 5322018"/>
              <a:gd name="connsiteX155" fmla="*/ 443847 w 7766407"/>
              <a:gd name="connsiteY155" fmla="*/ 346023 h 5322018"/>
              <a:gd name="connsiteX156" fmla="*/ 473895 w 7766407"/>
              <a:gd name="connsiteY156" fmla="*/ 0 h 5322018"/>
              <a:gd name="connsiteX0" fmla="*/ 473895 w 7766407"/>
              <a:gd name="connsiteY0" fmla="*/ 0 h 5322018"/>
              <a:gd name="connsiteX1" fmla="*/ 7766407 w 7766407"/>
              <a:gd name="connsiteY1" fmla="*/ 649356 h 5322018"/>
              <a:gd name="connsiteX2" fmla="*/ 7754419 w 7766407"/>
              <a:gd name="connsiteY2" fmla="*/ 656832 h 5322018"/>
              <a:gd name="connsiteX3" fmla="*/ 7674875 w 7766407"/>
              <a:gd name="connsiteY3" fmla="*/ 705925 h 5322018"/>
              <a:gd name="connsiteX4" fmla="*/ 7594593 w 7766407"/>
              <a:gd name="connsiteY4" fmla="*/ 715147 h 5322018"/>
              <a:gd name="connsiteX5" fmla="*/ 7522045 w 7766407"/>
              <a:gd name="connsiteY5" fmla="*/ 799587 h 5322018"/>
              <a:gd name="connsiteX6" fmla="*/ 7399327 w 7766407"/>
              <a:gd name="connsiteY6" fmla="*/ 845960 h 5322018"/>
              <a:gd name="connsiteX7" fmla="*/ 7322627 w 7766407"/>
              <a:gd name="connsiteY7" fmla="*/ 887773 h 5322018"/>
              <a:gd name="connsiteX8" fmla="*/ 7151262 w 7766407"/>
              <a:gd name="connsiteY8" fmla="*/ 984886 h 5322018"/>
              <a:gd name="connsiteX9" fmla="*/ 6756023 w 7766407"/>
              <a:gd name="connsiteY9" fmla="*/ 1188542 h 5322018"/>
              <a:gd name="connsiteX10" fmla="*/ 6712672 w 7766407"/>
              <a:gd name="connsiteY10" fmla="*/ 1246467 h 5322018"/>
              <a:gd name="connsiteX11" fmla="*/ 6687440 w 7766407"/>
              <a:gd name="connsiteY11" fmla="*/ 1260662 h 5322018"/>
              <a:gd name="connsiteX12" fmla="*/ 6641885 w 7766407"/>
              <a:gd name="connsiteY12" fmla="*/ 1309000 h 5322018"/>
              <a:gd name="connsiteX13" fmla="*/ 6489577 w 7766407"/>
              <a:gd name="connsiteY13" fmla="*/ 1398613 h 5322018"/>
              <a:gd name="connsiteX14" fmla="*/ 6384287 w 7766407"/>
              <a:gd name="connsiteY14" fmla="*/ 1451239 h 5322018"/>
              <a:gd name="connsiteX15" fmla="*/ 6220937 w 7766407"/>
              <a:gd name="connsiteY15" fmla="*/ 1540763 h 5322018"/>
              <a:gd name="connsiteX16" fmla="*/ 6109958 w 7766407"/>
              <a:gd name="connsiteY16" fmla="*/ 1601219 h 5322018"/>
              <a:gd name="connsiteX17" fmla="*/ 6014458 w 7766407"/>
              <a:gd name="connsiteY17" fmla="*/ 1670184 h 5322018"/>
              <a:gd name="connsiteX18" fmla="*/ 5839315 w 7766407"/>
              <a:gd name="connsiteY18" fmla="*/ 1841855 h 5322018"/>
              <a:gd name="connsiteX19" fmla="*/ 5810333 w 7766407"/>
              <a:gd name="connsiteY19" fmla="*/ 1879264 h 5322018"/>
              <a:gd name="connsiteX20" fmla="*/ 5796856 w 7766407"/>
              <a:gd name="connsiteY20" fmla="*/ 1903903 h 5322018"/>
              <a:gd name="connsiteX21" fmla="*/ 5776991 w 7766407"/>
              <a:gd name="connsiteY21" fmla="*/ 1913445 h 5322018"/>
              <a:gd name="connsiteX22" fmla="*/ 5768324 w 7766407"/>
              <a:gd name="connsiteY22" fmla="*/ 1930187 h 5322018"/>
              <a:gd name="connsiteX23" fmla="*/ 5746715 w 7766407"/>
              <a:gd name="connsiteY23" fmla="*/ 1935728 h 5322018"/>
              <a:gd name="connsiteX24" fmla="*/ 5730244 w 7766407"/>
              <a:gd name="connsiteY24" fmla="*/ 1946380 h 5322018"/>
              <a:gd name="connsiteX25" fmla="*/ 5551772 w 7766407"/>
              <a:gd name="connsiteY25" fmla="*/ 2005270 h 5322018"/>
              <a:gd name="connsiteX26" fmla="*/ 5246617 w 7766407"/>
              <a:gd name="connsiteY26" fmla="*/ 2162655 h 5322018"/>
              <a:gd name="connsiteX27" fmla="*/ 5108893 w 7766407"/>
              <a:gd name="connsiteY27" fmla="*/ 2264498 h 5322018"/>
              <a:gd name="connsiteX28" fmla="*/ 4972149 w 7766407"/>
              <a:gd name="connsiteY28" fmla="*/ 2387894 h 5322018"/>
              <a:gd name="connsiteX29" fmla="*/ 4933888 w 7766407"/>
              <a:gd name="connsiteY29" fmla="*/ 2412305 h 5322018"/>
              <a:gd name="connsiteX30" fmla="*/ 4886680 w 7766407"/>
              <a:gd name="connsiteY30" fmla="*/ 2435959 h 5322018"/>
              <a:gd name="connsiteX31" fmla="*/ 4858349 w 7766407"/>
              <a:gd name="connsiteY31" fmla="*/ 2449951 h 5322018"/>
              <a:gd name="connsiteX32" fmla="*/ 4790282 w 7766407"/>
              <a:gd name="connsiteY32" fmla="*/ 2498841 h 5322018"/>
              <a:gd name="connsiteX33" fmla="*/ 4695421 w 7766407"/>
              <a:gd name="connsiteY33" fmla="*/ 2608329 h 5322018"/>
              <a:gd name="connsiteX34" fmla="*/ 4660953 w 7766407"/>
              <a:gd name="connsiteY34" fmla="*/ 2633640 h 5322018"/>
              <a:gd name="connsiteX35" fmla="*/ 4617793 w 7766407"/>
              <a:gd name="connsiteY35" fmla="*/ 2682689 h 5322018"/>
              <a:gd name="connsiteX36" fmla="*/ 4540653 w 7766407"/>
              <a:gd name="connsiteY36" fmla="*/ 2726039 h 5322018"/>
              <a:gd name="connsiteX37" fmla="*/ 4478244 w 7766407"/>
              <a:gd name="connsiteY37" fmla="*/ 2754222 h 5322018"/>
              <a:gd name="connsiteX38" fmla="*/ 4445069 w 7766407"/>
              <a:gd name="connsiteY38" fmla="*/ 2771978 h 5322018"/>
              <a:gd name="connsiteX39" fmla="*/ 4418912 w 7766407"/>
              <a:gd name="connsiteY39" fmla="*/ 2782732 h 5322018"/>
              <a:gd name="connsiteX40" fmla="*/ 4363178 w 7766407"/>
              <a:gd name="connsiteY40" fmla="*/ 2821763 h 5322018"/>
              <a:gd name="connsiteX41" fmla="*/ 4275326 w 7766407"/>
              <a:gd name="connsiteY41" fmla="*/ 2891335 h 5322018"/>
              <a:gd name="connsiteX42" fmla="*/ 4255667 w 7766407"/>
              <a:gd name="connsiteY42" fmla="*/ 2905018 h 5322018"/>
              <a:gd name="connsiteX43" fmla="*/ 4234983 w 7766407"/>
              <a:gd name="connsiteY43" fmla="*/ 2912298 h 5322018"/>
              <a:gd name="connsiteX44" fmla="*/ 4226882 w 7766407"/>
              <a:gd name="connsiteY44" fmla="*/ 2910079 h 5322018"/>
              <a:gd name="connsiteX45" fmla="*/ 4215462 w 7766407"/>
              <a:gd name="connsiteY45" fmla="*/ 2916885 h 5322018"/>
              <a:gd name="connsiteX46" fmla="*/ 4211632 w 7766407"/>
              <a:gd name="connsiteY46" fmla="*/ 2917760 h 5322018"/>
              <a:gd name="connsiteX47" fmla="*/ 4190465 w 7766407"/>
              <a:gd name="connsiteY47" fmla="*/ 2923708 h 5322018"/>
              <a:gd name="connsiteX48" fmla="*/ 4164947 w 7766407"/>
              <a:gd name="connsiteY48" fmla="*/ 2959675 h 5322018"/>
              <a:gd name="connsiteX49" fmla="*/ 4117371 w 7766407"/>
              <a:gd name="connsiteY49" fmla="*/ 2984784 h 5322018"/>
              <a:gd name="connsiteX50" fmla="*/ 3904979 w 7766407"/>
              <a:gd name="connsiteY50" fmla="*/ 3091607 h 5322018"/>
              <a:gd name="connsiteX51" fmla="*/ 3778911 w 7766407"/>
              <a:gd name="connsiteY51" fmla="*/ 3255548 h 5322018"/>
              <a:gd name="connsiteX52" fmla="*/ 3728606 w 7766407"/>
              <a:gd name="connsiteY52" fmla="*/ 3295465 h 5322018"/>
              <a:gd name="connsiteX53" fmla="*/ 3718668 w 7766407"/>
              <a:gd name="connsiteY53" fmla="*/ 3304992 h 5322018"/>
              <a:gd name="connsiteX54" fmla="*/ 3717842 w 7766407"/>
              <a:gd name="connsiteY54" fmla="*/ 3305447 h 5322018"/>
              <a:gd name="connsiteX55" fmla="*/ 3718578 w 7766407"/>
              <a:gd name="connsiteY55" fmla="*/ 3308616 h 5322018"/>
              <a:gd name="connsiteX56" fmla="*/ 3712398 w 7766407"/>
              <a:gd name="connsiteY56" fmla="*/ 3318359 h 5322018"/>
              <a:gd name="connsiteX57" fmla="*/ 3702979 w 7766407"/>
              <a:gd name="connsiteY57" fmla="*/ 3338545 h 5322018"/>
              <a:gd name="connsiteX58" fmla="*/ 3698626 w 7766407"/>
              <a:gd name="connsiteY58" fmla="*/ 3341390 h 5322018"/>
              <a:gd name="connsiteX59" fmla="*/ 3680384 w 7766407"/>
              <a:gd name="connsiteY59" fmla="*/ 3370390 h 5322018"/>
              <a:gd name="connsiteX60" fmla="*/ 3678906 w 7766407"/>
              <a:gd name="connsiteY60" fmla="*/ 3370346 h 5322018"/>
              <a:gd name="connsiteX61" fmla="*/ 3668393 w 7766407"/>
              <a:gd name="connsiteY61" fmla="*/ 3376590 h 5322018"/>
              <a:gd name="connsiteX62" fmla="*/ 3661364 w 7766407"/>
              <a:gd name="connsiteY62" fmla="*/ 3371467 h 5322018"/>
              <a:gd name="connsiteX63" fmla="*/ 3658334 w 7766407"/>
              <a:gd name="connsiteY63" fmla="*/ 3373274 h 5322018"/>
              <a:gd name="connsiteX64" fmla="*/ 3657792 w 7766407"/>
              <a:gd name="connsiteY64" fmla="*/ 3373950 h 5322018"/>
              <a:gd name="connsiteX65" fmla="*/ 3651105 w 7766407"/>
              <a:gd name="connsiteY65" fmla="*/ 3389533 h 5322018"/>
              <a:gd name="connsiteX66" fmla="*/ 3648132 w 7766407"/>
              <a:gd name="connsiteY66" fmla="*/ 3388884 h 5322018"/>
              <a:gd name="connsiteX67" fmla="*/ 3643801 w 7766407"/>
              <a:gd name="connsiteY67" fmla="*/ 3396002 h 5322018"/>
              <a:gd name="connsiteX68" fmla="*/ 3639159 w 7766407"/>
              <a:gd name="connsiteY68" fmla="*/ 3398369 h 5322018"/>
              <a:gd name="connsiteX69" fmla="*/ 3617811 w 7766407"/>
              <a:gd name="connsiteY69" fmla="*/ 3425254 h 5322018"/>
              <a:gd name="connsiteX70" fmla="*/ 3616346 w 7766407"/>
              <a:gd name="connsiteY70" fmla="*/ 3425054 h 5322018"/>
              <a:gd name="connsiteX71" fmla="*/ 3605202 w 7766407"/>
              <a:gd name="connsiteY71" fmla="*/ 3430140 h 5322018"/>
              <a:gd name="connsiteX72" fmla="*/ 3586582 w 7766407"/>
              <a:gd name="connsiteY72" fmla="*/ 3441167 h 5322018"/>
              <a:gd name="connsiteX73" fmla="*/ 3580103 w 7766407"/>
              <a:gd name="connsiteY73" fmla="*/ 3439005 h 5322018"/>
              <a:gd name="connsiteX74" fmla="*/ 3576872 w 7766407"/>
              <a:gd name="connsiteY74" fmla="*/ 3444094 h 5322018"/>
              <a:gd name="connsiteX75" fmla="*/ 3572338 w 7766407"/>
              <a:gd name="connsiteY75" fmla="*/ 3449943 h 5322018"/>
              <a:gd name="connsiteX76" fmla="*/ 3571965 w 7766407"/>
              <a:gd name="connsiteY76" fmla="*/ 3449964 h 5322018"/>
              <a:gd name="connsiteX77" fmla="*/ 3566623 w 7766407"/>
              <a:gd name="connsiteY77" fmla="*/ 3455947 h 5322018"/>
              <a:gd name="connsiteX78" fmla="*/ 3564070 w 7766407"/>
              <a:gd name="connsiteY78" fmla="*/ 3460601 h 5322018"/>
              <a:gd name="connsiteX79" fmla="*/ 3526726 w 7766407"/>
              <a:gd name="connsiteY79" fmla="*/ 3463163 h 5322018"/>
              <a:gd name="connsiteX80" fmla="*/ 3525139 w 7766407"/>
              <a:gd name="connsiteY80" fmla="*/ 3464518 h 5322018"/>
              <a:gd name="connsiteX81" fmla="*/ 3506741 w 7766407"/>
              <a:gd name="connsiteY81" fmla="*/ 3487501 h 5322018"/>
              <a:gd name="connsiteX82" fmla="*/ 3501585 w 7766407"/>
              <a:gd name="connsiteY82" fmla="*/ 3492832 h 5322018"/>
              <a:gd name="connsiteX83" fmla="*/ 3501212 w 7766407"/>
              <a:gd name="connsiteY83" fmla="*/ 3492813 h 5322018"/>
              <a:gd name="connsiteX84" fmla="*/ 3495239 w 7766407"/>
              <a:gd name="connsiteY84" fmla="*/ 3498192 h 5322018"/>
              <a:gd name="connsiteX85" fmla="*/ 3492183 w 7766407"/>
              <a:gd name="connsiteY85" fmla="*/ 3502548 h 5322018"/>
              <a:gd name="connsiteX86" fmla="*/ 3476697 w 7766407"/>
              <a:gd name="connsiteY86" fmla="*/ 3501956 h 5322018"/>
              <a:gd name="connsiteX87" fmla="*/ 3469187 w 7766407"/>
              <a:gd name="connsiteY87" fmla="*/ 3506574 h 5322018"/>
              <a:gd name="connsiteX88" fmla="*/ 3408103 w 7766407"/>
              <a:gd name="connsiteY88" fmla="*/ 3549813 h 5322018"/>
              <a:gd name="connsiteX89" fmla="*/ 3326209 w 7766407"/>
              <a:gd name="connsiteY89" fmla="*/ 3609630 h 5322018"/>
              <a:gd name="connsiteX90" fmla="*/ 3297595 w 7766407"/>
              <a:gd name="connsiteY90" fmla="*/ 3632513 h 5322018"/>
              <a:gd name="connsiteX91" fmla="*/ 3242015 w 7766407"/>
              <a:gd name="connsiteY91" fmla="*/ 3667904 h 5322018"/>
              <a:gd name="connsiteX92" fmla="*/ 3213720 w 7766407"/>
              <a:gd name="connsiteY92" fmla="*/ 3680766 h 5322018"/>
              <a:gd name="connsiteX93" fmla="*/ 3212968 w 7766407"/>
              <a:gd name="connsiteY93" fmla="*/ 3681905 h 5322018"/>
              <a:gd name="connsiteX94" fmla="*/ 3208857 w 7766407"/>
              <a:gd name="connsiteY94" fmla="*/ 3681194 h 5322018"/>
              <a:gd name="connsiteX95" fmla="*/ 3203557 w 7766407"/>
              <a:gd name="connsiteY95" fmla="*/ 3683492 h 5322018"/>
              <a:gd name="connsiteX96" fmla="*/ 3192199 w 7766407"/>
              <a:gd name="connsiteY96" fmla="*/ 3693448 h 5322018"/>
              <a:gd name="connsiteX97" fmla="*/ 3188443 w 7766407"/>
              <a:gd name="connsiteY97" fmla="*/ 3697797 h 5322018"/>
              <a:gd name="connsiteX98" fmla="*/ 3181853 w 7766407"/>
              <a:gd name="connsiteY98" fmla="*/ 3702869 h 5322018"/>
              <a:gd name="connsiteX99" fmla="*/ 3181526 w 7766407"/>
              <a:gd name="connsiteY99" fmla="*/ 3702803 h 5322018"/>
              <a:gd name="connsiteX100" fmla="*/ 3175672 w 7766407"/>
              <a:gd name="connsiteY100" fmla="*/ 3707933 h 5322018"/>
              <a:gd name="connsiteX101" fmla="*/ 3149098 w 7766407"/>
              <a:gd name="connsiteY101" fmla="*/ 3735473 h 5322018"/>
              <a:gd name="connsiteX102" fmla="*/ 3093676 w 7766407"/>
              <a:gd name="connsiteY102" fmla="*/ 3747916 h 5322018"/>
              <a:gd name="connsiteX103" fmla="*/ 3074500 w 7766407"/>
              <a:gd name="connsiteY103" fmla="*/ 3757479 h 5322018"/>
              <a:gd name="connsiteX104" fmla="*/ 3063387 w 7766407"/>
              <a:gd name="connsiteY104" fmla="*/ 3761557 h 5322018"/>
              <a:gd name="connsiteX105" fmla="*/ 3062129 w 7766407"/>
              <a:gd name="connsiteY105" fmla="*/ 3761145 h 5322018"/>
              <a:gd name="connsiteX106" fmla="*/ 3036739 w 7766407"/>
              <a:gd name="connsiteY106" fmla="*/ 3787643 h 5322018"/>
              <a:gd name="connsiteX107" fmla="*/ 3032052 w 7766407"/>
              <a:gd name="connsiteY107" fmla="*/ 3789608 h 5322018"/>
              <a:gd name="connsiteX108" fmla="*/ 3017184 w 7766407"/>
              <a:gd name="connsiteY108" fmla="*/ 3808868 h 5322018"/>
              <a:gd name="connsiteX109" fmla="*/ 3008605 w 7766407"/>
              <a:gd name="connsiteY109" fmla="*/ 3817755 h 5322018"/>
              <a:gd name="connsiteX110" fmla="*/ 3008033 w 7766407"/>
              <a:gd name="connsiteY110" fmla="*/ 3822453 h 5322018"/>
              <a:gd name="connsiteX111" fmla="*/ 2994428 w 7766407"/>
              <a:gd name="connsiteY111" fmla="*/ 3834466 h 5322018"/>
              <a:gd name="connsiteX112" fmla="*/ 2992169 w 7766407"/>
              <a:gd name="connsiteY112" fmla="*/ 3835021 h 5322018"/>
              <a:gd name="connsiteX113" fmla="*/ 2983549 w 7766407"/>
              <a:gd name="connsiteY113" fmla="*/ 3847993 h 5322018"/>
              <a:gd name="connsiteX114" fmla="*/ 2853933 w 7766407"/>
              <a:gd name="connsiteY114" fmla="*/ 3953133 h 5322018"/>
              <a:gd name="connsiteX115" fmla="*/ 2700319 w 7766407"/>
              <a:gd name="connsiteY115" fmla="*/ 4113764 h 5322018"/>
              <a:gd name="connsiteX116" fmla="*/ 2510176 w 7766407"/>
              <a:gd name="connsiteY116" fmla="*/ 4248057 h 5322018"/>
              <a:gd name="connsiteX117" fmla="*/ 2435589 w 7766407"/>
              <a:gd name="connsiteY117" fmla="*/ 4314608 h 5322018"/>
              <a:gd name="connsiteX118" fmla="*/ 2415553 w 7766407"/>
              <a:gd name="connsiteY118" fmla="*/ 4320982 h 5322018"/>
              <a:gd name="connsiteX119" fmla="*/ 2411954 w 7766407"/>
              <a:gd name="connsiteY119" fmla="*/ 4321914 h 5322018"/>
              <a:gd name="connsiteX120" fmla="*/ 2354125 w 7766407"/>
              <a:gd name="connsiteY120" fmla="*/ 4349531 h 5322018"/>
              <a:gd name="connsiteX121" fmla="*/ 2283738 w 7766407"/>
              <a:gd name="connsiteY121" fmla="*/ 4401913 h 5322018"/>
              <a:gd name="connsiteX122" fmla="*/ 2274639 w 7766407"/>
              <a:gd name="connsiteY122" fmla="*/ 4413265 h 5322018"/>
              <a:gd name="connsiteX123" fmla="*/ 2200361 w 7766407"/>
              <a:gd name="connsiteY123" fmla="*/ 4461969 h 5322018"/>
              <a:gd name="connsiteX124" fmla="*/ 2151385 w 7766407"/>
              <a:gd name="connsiteY124" fmla="*/ 4498639 h 5322018"/>
              <a:gd name="connsiteX125" fmla="*/ 2142612 w 7766407"/>
              <a:gd name="connsiteY125" fmla="*/ 4509639 h 5322018"/>
              <a:gd name="connsiteX126" fmla="*/ 2126867 w 7766407"/>
              <a:gd name="connsiteY126" fmla="*/ 4512135 h 5322018"/>
              <a:gd name="connsiteX127" fmla="*/ 2120592 w 7766407"/>
              <a:gd name="connsiteY127" fmla="*/ 4509890 h 5322018"/>
              <a:gd name="connsiteX128" fmla="*/ 2082302 w 7766407"/>
              <a:gd name="connsiteY128" fmla="*/ 4540317 h 5322018"/>
              <a:gd name="connsiteX129" fmla="*/ 2077252 w 7766407"/>
              <a:gd name="connsiteY129" fmla="*/ 4543206 h 5322018"/>
              <a:gd name="connsiteX130" fmla="*/ 2040915 w 7766407"/>
              <a:gd name="connsiteY130" fmla="*/ 4560268 h 5322018"/>
              <a:gd name="connsiteX131" fmla="*/ 1984507 w 7766407"/>
              <a:gd name="connsiteY131" fmla="*/ 4581220 h 5322018"/>
              <a:gd name="connsiteX132" fmla="*/ 1921726 w 7766407"/>
              <a:gd name="connsiteY132" fmla="*/ 4594994 h 5322018"/>
              <a:gd name="connsiteX133" fmla="*/ 1886796 w 7766407"/>
              <a:gd name="connsiteY133" fmla="*/ 4605417 h 5322018"/>
              <a:gd name="connsiteX134" fmla="*/ 1861080 w 7766407"/>
              <a:gd name="connsiteY134" fmla="*/ 4610008 h 5322018"/>
              <a:gd name="connsiteX135" fmla="*/ 1829217 w 7766407"/>
              <a:gd name="connsiteY135" fmla="*/ 4618611 h 5322018"/>
              <a:gd name="connsiteX136" fmla="*/ 1809298 w 7766407"/>
              <a:gd name="connsiteY136" fmla="*/ 4630561 h 5322018"/>
              <a:gd name="connsiteX137" fmla="*/ 1734333 w 7766407"/>
              <a:gd name="connsiteY137" fmla="*/ 4646342 h 5322018"/>
              <a:gd name="connsiteX138" fmla="*/ 1356409 w 7766407"/>
              <a:gd name="connsiteY138" fmla="*/ 4866278 h 5322018"/>
              <a:gd name="connsiteX139" fmla="*/ 1048676 w 7766407"/>
              <a:gd name="connsiteY139" fmla="*/ 4988133 h 5322018"/>
              <a:gd name="connsiteX140" fmla="*/ 862512 w 7766407"/>
              <a:gd name="connsiteY140" fmla="*/ 5095694 h 5322018"/>
              <a:gd name="connsiteX141" fmla="*/ 861635 w 7766407"/>
              <a:gd name="connsiteY141" fmla="*/ 5094880 h 5322018"/>
              <a:gd name="connsiteX142" fmla="*/ 850724 w 7766407"/>
              <a:gd name="connsiteY142" fmla="*/ 5095804 h 5322018"/>
              <a:gd name="connsiteX143" fmla="*/ 830865 w 7766407"/>
              <a:gd name="connsiteY143" fmla="*/ 5100063 h 5322018"/>
              <a:gd name="connsiteX144" fmla="*/ 779694 w 7766407"/>
              <a:gd name="connsiteY144" fmla="*/ 5096364 h 5322018"/>
              <a:gd name="connsiteX145" fmla="*/ 746322 w 7766407"/>
              <a:gd name="connsiteY145" fmla="*/ 5117315 h 5322018"/>
              <a:gd name="connsiteX146" fmla="*/ 739355 w 7766407"/>
              <a:gd name="connsiteY146" fmla="*/ 5120945 h 5322018"/>
              <a:gd name="connsiteX147" fmla="*/ 739112 w 7766407"/>
              <a:gd name="connsiteY147" fmla="*/ 5120776 h 5322018"/>
              <a:gd name="connsiteX148" fmla="*/ 731553 w 7766407"/>
              <a:gd name="connsiteY148" fmla="*/ 5124122 h 5322018"/>
              <a:gd name="connsiteX149" fmla="*/ 713129 w 7766407"/>
              <a:gd name="connsiteY149" fmla="*/ 5134606 h 5322018"/>
              <a:gd name="connsiteX150" fmla="*/ 707783 w 7766407"/>
              <a:gd name="connsiteY150" fmla="*/ 5135422 h 5322018"/>
              <a:gd name="connsiteX151" fmla="*/ 674773 w 7766407"/>
              <a:gd name="connsiteY151" fmla="*/ 5139365 h 5322018"/>
              <a:gd name="connsiteX152" fmla="*/ 580910 w 7766407"/>
              <a:gd name="connsiteY152" fmla="*/ 5175217 h 5322018"/>
              <a:gd name="connsiteX153" fmla="*/ 0 w 7766407"/>
              <a:gd name="connsiteY153" fmla="*/ 5322018 h 5322018"/>
              <a:gd name="connsiteX154" fmla="*/ 443847 w 7766407"/>
              <a:gd name="connsiteY154" fmla="*/ 346023 h 5322018"/>
              <a:gd name="connsiteX155" fmla="*/ 473895 w 7766407"/>
              <a:gd name="connsiteY155" fmla="*/ 0 h 5322018"/>
              <a:gd name="connsiteX0" fmla="*/ 473895 w 7766407"/>
              <a:gd name="connsiteY0" fmla="*/ 0 h 5322018"/>
              <a:gd name="connsiteX1" fmla="*/ 7766407 w 7766407"/>
              <a:gd name="connsiteY1" fmla="*/ 649356 h 5322018"/>
              <a:gd name="connsiteX2" fmla="*/ 7754419 w 7766407"/>
              <a:gd name="connsiteY2" fmla="*/ 656832 h 5322018"/>
              <a:gd name="connsiteX3" fmla="*/ 7674875 w 7766407"/>
              <a:gd name="connsiteY3" fmla="*/ 705925 h 5322018"/>
              <a:gd name="connsiteX4" fmla="*/ 7594593 w 7766407"/>
              <a:gd name="connsiteY4" fmla="*/ 715147 h 5322018"/>
              <a:gd name="connsiteX5" fmla="*/ 7522045 w 7766407"/>
              <a:gd name="connsiteY5" fmla="*/ 799587 h 5322018"/>
              <a:gd name="connsiteX6" fmla="*/ 7399327 w 7766407"/>
              <a:gd name="connsiteY6" fmla="*/ 845960 h 5322018"/>
              <a:gd name="connsiteX7" fmla="*/ 7322627 w 7766407"/>
              <a:gd name="connsiteY7" fmla="*/ 887773 h 5322018"/>
              <a:gd name="connsiteX8" fmla="*/ 7151262 w 7766407"/>
              <a:gd name="connsiteY8" fmla="*/ 984886 h 5322018"/>
              <a:gd name="connsiteX9" fmla="*/ 6756023 w 7766407"/>
              <a:gd name="connsiteY9" fmla="*/ 1188542 h 5322018"/>
              <a:gd name="connsiteX10" fmla="*/ 6712672 w 7766407"/>
              <a:gd name="connsiteY10" fmla="*/ 1246467 h 5322018"/>
              <a:gd name="connsiteX11" fmla="*/ 6687440 w 7766407"/>
              <a:gd name="connsiteY11" fmla="*/ 1260662 h 5322018"/>
              <a:gd name="connsiteX12" fmla="*/ 6641885 w 7766407"/>
              <a:gd name="connsiteY12" fmla="*/ 1309000 h 5322018"/>
              <a:gd name="connsiteX13" fmla="*/ 6489577 w 7766407"/>
              <a:gd name="connsiteY13" fmla="*/ 1398613 h 5322018"/>
              <a:gd name="connsiteX14" fmla="*/ 6384287 w 7766407"/>
              <a:gd name="connsiteY14" fmla="*/ 1451239 h 5322018"/>
              <a:gd name="connsiteX15" fmla="*/ 6220937 w 7766407"/>
              <a:gd name="connsiteY15" fmla="*/ 1540763 h 5322018"/>
              <a:gd name="connsiteX16" fmla="*/ 6109958 w 7766407"/>
              <a:gd name="connsiteY16" fmla="*/ 1601219 h 5322018"/>
              <a:gd name="connsiteX17" fmla="*/ 6014458 w 7766407"/>
              <a:gd name="connsiteY17" fmla="*/ 1670184 h 5322018"/>
              <a:gd name="connsiteX18" fmla="*/ 5839315 w 7766407"/>
              <a:gd name="connsiteY18" fmla="*/ 1841855 h 5322018"/>
              <a:gd name="connsiteX19" fmla="*/ 5810333 w 7766407"/>
              <a:gd name="connsiteY19" fmla="*/ 1879264 h 5322018"/>
              <a:gd name="connsiteX20" fmla="*/ 5796856 w 7766407"/>
              <a:gd name="connsiteY20" fmla="*/ 1903903 h 5322018"/>
              <a:gd name="connsiteX21" fmla="*/ 5776991 w 7766407"/>
              <a:gd name="connsiteY21" fmla="*/ 1913445 h 5322018"/>
              <a:gd name="connsiteX22" fmla="*/ 5768324 w 7766407"/>
              <a:gd name="connsiteY22" fmla="*/ 1930187 h 5322018"/>
              <a:gd name="connsiteX23" fmla="*/ 5746715 w 7766407"/>
              <a:gd name="connsiteY23" fmla="*/ 1935728 h 5322018"/>
              <a:gd name="connsiteX24" fmla="*/ 5730244 w 7766407"/>
              <a:gd name="connsiteY24" fmla="*/ 1946380 h 5322018"/>
              <a:gd name="connsiteX25" fmla="*/ 5551772 w 7766407"/>
              <a:gd name="connsiteY25" fmla="*/ 2005270 h 5322018"/>
              <a:gd name="connsiteX26" fmla="*/ 5246617 w 7766407"/>
              <a:gd name="connsiteY26" fmla="*/ 2162655 h 5322018"/>
              <a:gd name="connsiteX27" fmla="*/ 5108893 w 7766407"/>
              <a:gd name="connsiteY27" fmla="*/ 2264498 h 5322018"/>
              <a:gd name="connsiteX28" fmla="*/ 4972149 w 7766407"/>
              <a:gd name="connsiteY28" fmla="*/ 2387894 h 5322018"/>
              <a:gd name="connsiteX29" fmla="*/ 4933888 w 7766407"/>
              <a:gd name="connsiteY29" fmla="*/ 2412305 h 5322018"/>
              <a:gd name="connsiteX30" fmla="*/ 4886680 w 7766407"/>
              <a:gd name="connsiteY30" fmla="*/ 2435959 h 5322018"/>
              <a:gd name="connsiteX31" fmla="*/ 4858349 w 7766407"/>
              <a:gd name="connsiteY31" fmla="*/ 2449951 h 5322018"/>
              <a:gd name="connsiteX32" fmla="*/ 4790282 w 7766407"/>
              <a:gd name="connsiteY32" fmla="*/ 2498841 h 5322018"/>
              <a:gd name="connsiteX33" fmla="*/ 4695421 w 7766407"/>
              <a:gd name="connsiteY33" fmla="*/ 2608329 h 5322018"/>
              <a:gd name="connsiteX34" fmla="*/ 4660953 w 7766407"/>
              <a:gd name="connsiteY34" fmla="*/ 2633640 h 5322018"/>
              <a:gd name="connsiteX35" fmla="*/ 4617793 w 7766407"/>
              <a:gd name="connsiteY35" fmla="*/ 2682689 h 5322018"/>
              <a:gd name="connsiteX36" fmla="*/ 4540653 w 7766407"/>
              <a:gd name="connsiteY36" fmla="*/ 2726039 h 5322018"/>
              <a:gd name="connsiteX37" fmla="*/ 4478244 w 7766407"/>
              <a:gd name="connsiteY37" fmla="*/ 2754222 h 5322018"/>
              <a:gd name="connsiteX38" fmla="*/ 4445069 w 7766407"/>
              <a:gd name="connsiteY38" fmla="*/ 2771978 h 5322018"/>
              <a:gd name="connsiteX39" fmla="*/ 4418912 w 7766407"/>
              <a:gd name="connsiteY39" fmla="*/ 2782732 h 5322018"/>
              <a:gd name="connsiteX40" fmla="*/ 4363178 w 7766407"/>
              <a:gd name="connsiteY40" fmla="*/ 2821763 h 5322018"/>
              <a:gd name="connsiteX41" fmla="*/ 4275326 w 7766407"/>
              <a:gd name="connsiteY41" fmla="*/ 2891335 h 5322018"/>
              <a:gd name="connsiteX42" fmla="*/ 4255667 w 7766407"/>
              <a:gd name="connsiteY42" fmla="*/ 2905018 h 5322018"/>
              <a:gd name="connsiteX43" fmla="*/ 4234983 w 7766407"/>
              <a:gd name="connsiteY43" fmla="*/ 2912298 h 5322018"/>
              <a:gd name="connsiteX44" fmla="*/ 4226882 w 7766407"/>
              <a:gd name="connsiteY44" fmla="*/ 2910079 h 5322018"/>
              <a:gd name="connsiteX45" fmla="*/ 4215462 w 7766407"/>
              <a:gd name="connsiteY45" fmla="*/ 2916885 h 5322018"/>
              <a:gd name="connsiteX46" fmla="*/ 4211632 w 7766407"/>
              <a:gd name="connsiteY46" fmla="*/ 2917760 h 5322018"/>
              <a:gd name="connsiteX47" fmla="*/ 4190465 w 7766407"/>
              <a:gd name="connsiteY47" fmla="*/ 2923708 h 5322018"/>
              <a:gd name="connsiteX48" fmla="*/ 4164947 w 7766407"/>
              <a:gd name="connsiteY48" fmla="*/ 2959675 h 5322018"/>
              <a:gd name="connsiteX49" fmla="*/ 4117371 w 7766407"/>
              <a:gd name="connsiteY49" fmla="*/ 2984784 h 5322018"/>
              <a:gd name="connsiteX50" fmla="*/ 3904979 w 7766407"/>
              <a:gd name="connsiteY50" fmla="*/ 3091607 h 5322018"/>
              <a:gd name="connsiteX51" fmla="*/ 3778911 w 7766407"/>
              <a:gd name="connsiteY51" fmla="*/ 3255548 h 5322018"/>
              <a:gd name="connsiteX52" fmla="*/ 3728606 w 7766407"/>
              <a:gd name="connsiteY52" fmla="*/ 3295465 h 5322018"/>
              <a:gd name="connsiteX53" fmla="*/ 3718668 w 7766407"/>
              <a:gd name="connsiteY53" fmla="*/ 3304992 h 5322018"/>
              <a:gd name="connsiteX54" fmla="*/ 3717842 w 7766407"/>
              <a:gd name="connsiteY54" fmla="*/ 3305447 h 5322018"/>
              <a:gd name="connsiteX55" fmla="*/ 3718578 w 7766407"/>
              <a:gd name="connsiteY55" fmla="*/ 3308616 h 5322018"/>
              <a:gd name="connsiteX56" fmla="*/ 3712398 w 7766407"/>
              <a:gd name="connsiteY56" fmla="*/ 3318359 h 5322018"/>
              <a:gd name="connsiteX57" fmla="*/ 3702979 w 7766407"/>
              <a:gd name="connsiteY57" fmla="*/ 3338545 h 5322018"/>
              <a:gd name="connsiteX58" fmla="*/ 3698626 w 7766407"/>
              <a:gd name="connsiteY58" fmla="*/ 3341390 h 5322018"/>
              <a:gd name="connsiteX59" fmla="*/ 3680384 w 7766407"/>
              <a:gd name="connsiteY59" fmla="*/ 3370390 h 5322018"/>
              <a:gd name="connsiteX60" fmla="*/ 3678906 w 7766407"/>
              <a:gd name="connsiteY60" fmla="*/ 3370346 h 5322018"/>
              <a:gd name="connsiteX61" fmla="*/ 3668393 w 7766407"/>
              <a:gd name="connsiteY61" fmla="*/ 3376590 h 5322018"/>
              <a:gd name="connsiteX62" fmla="*/ 3661364 w 7766407"/>
              <a:gd name="connsiteY62" fmla="*/ 3371467 h 5322018"/>
              <a:gd name="connsiteX63" fmla="*/ 3658334 w 7766407"/>
              <a:gd name="connsiteY63" fmla="*/ 3373274 h 5322018"/>
              <a:gd name="connsiteX64" fmla="*/ 3657792 w 7766407"/>
              <a:gd name="connsiteY64" fmla="*/ 3373950 h 5322018"/>
              <a:gd name="connsiteX65" fmla="*/ 3651105 w 7766407"/>
              <a:gd name="connsiteY65" fmla="*/ 3389533 h 5322018"/>
              <a:gd name="connsiteX66" fmla="*/ 3648132 w 7766407"/>
              <a:gd name="connsiteY66" fmla="*/ 3388884 h 5322018"/>
              <a:gd name="connsiteX67" fmla="*/ 3643801 w 7766407"/>
              <a:gd name="connsiteY67" fmla="*/ 3396002 h 5322018"/>
              <a:gd name="connsiteX68" fmla="*/ 3639159 w 7766407"/>
              <a:gd name="connsiteY68" fmla="*/ 3398369 h 5322018"/>
              <a:gd name="connsiteX69" fmla="*/ 3617811 w 7766407"/>
              <a:gd name="connsiteY69" fmla="*/ 3425254 h 5322018"/>
              <a:gd name="connsiteX70" fmla="*/ 3616346 w 7766407"/>
              <a:gd name="connsiteY70" fmla="*/ 3425054 h 5322018"/>
              <a:gd name="connsiteX71" fmla="*/ 3605202 w 7766407"/>
              <a:gd name="connsiteY71" fmla="*/ 3430140 h 5322018"/>
              <a:gd name="connsiteX72" fmla="*/ 3586582 w 7766407"/>
              <a:gd name="connsiteY72" fmla="*/ 3441167 h 5322018"/>
              <a:gd name="connsiteX73" fmla="*/ 3580103 w 7766407"/>
              <a:gd name="connsiteY73" fmla="*/ 3439005 h 5322018"/>
              <a:gd name="connsiteX74" fmla="*/ 3576872 w 7766407"/>
              <a:gd name="connsiteY74" fmla="*/ 3444094 h 5322018"/>
              <a:gd name="connsiteX75" fmla="*/ 3572338 w 7766407"/>
              <a:gd name="connsiteY75" fmla="*/ 3449943 h 5322018"/>
              <a:gd name="connsiteX76" fmla="*/ 3571965 w 7766407"/>
              <a:gd name="connsiteY76" fmla="*/ 3449964 h 5322018"/>
              <a:gd name="connsiteX77" fmla="*/ 3566623 w 7766407"/>
              <a:gd name="connsiteY77" fmla="*/ 3455947 h 5322018"/>
              <a:gd name="connsiteX78" fmla="*/ 3564070 w 7766407"/>
              <a:gd name="connsiteY78" fmla="*/ 3460601 h 5322018"/>
              <a:gd name="connsiteX79" fmla="*/ 3526726 w 7766407"/>
              <a:gd name="connsiteY79" fmla="*/ 3463163 h 5322018"/>
              <a:gd name="connsiteX80" fmla="*/ 3525139 w 7766407"/>
              <a:gd name="connsiteY80" fmla="*/ 3464518 h 5322018"/>
              <a:gd name="connsiteX81" fmla="*/ 3506741 w 7766407"/>
              <a:gd name="connsiteY81" fmla="*/ 3487501 h 5322018"/>
              <a:gd name="connsiteX82" fmla="*/ 3501585 w 7766407"/>
              <a:gd name="connsiteY82" fmla="*/ 3492832 h 5322018"/>
              <a:gd name="connsiteX83" fmla="*/ 3501212 w 7766407"/>
              <a:gd name="connsiteY83" fmla="*/ 3492813 h 5322018"/>
              <a:gd name="connsiteX84" fmla="*/ 3495239 w 7766407"/>
              <a:gd name="connsiteY84" fmla="*/ 3498192 h 5322018"/>
              <a:gd name="connsiteX85" fmla="*/ 3492183 w 7766407"/>
              <a:gd name="connsiteY85" fmla="*/ 3502548 h 5322018"/>
              <a:gd name="connsiteX86" fmla="*/ 3476697 w 7766407"/>
              <a:gd name="connsiteY86" fmla="*/ 3501956 h 5322018"/>
              <a:gd name="connsiteX87" fmla="*/ 3469187 w 7766407"/>
              <a:gd name="connsiteY87" fmla="*/ 3506574 h 5322018"/>
              <a:gd name="connsiteX88" fmla="*/ 3408103 w 7766407"/>
              <a:gd name="connsiteY88" fmla="*/ 3549813 h 5322018"/>
              <a:gd name="connsiteX89" fmla="*/ 3326209 w 7766407"/>
              <a:gd name="connsiteY89" fmla="*/ 3609630 h 5322018"/>
              <a:gd name="connsiteX90" fmla="*/ 3297595 w 7766407"/>
              <a:gd name="connsiteY90" fmla="*/ 3632513 h 5322018"/>
              <a:gd name="connsiteX91" fmla="*/ 3242015 w 7766407"/>
              <a:gd name="connsiteY91" fmla="*/ 3667904 h 5322018"/>
              <a:gd name="connsiteX92" fmla="*/ 3213720 w 7766407"/>
              <a:gd name="connsiteY92" fmla="*/ 3680766 h 5322018"/>
              <a:gd name="connsiteX93" fmla="*/ 3212968 w 7766407"/>
              <a:gd name="connsiteY93" fmla="*/ 3681905 h 5322018"/>
              <a:gd name="connsiteX94" fmla="*/ 3208857 w 7766407"/>
              <a:gd name="connsiteY94" fmla="*/ 3681194 h 5322018"/>
              <a:gd name="connsiteX95" fmla="*/ 3203557 w 7766407"/>
              <a:gd name="connsiteY95" fmla="*/ 3683492 h 5322018"/>
              <a:gd name="connsiteX96" fmla="*/ 3192199 w 7766407"/>
              <a:gd name="connsiteY96" fmla="*/ 3693448 h 5322018"/>
              <a:gd name="connsiteX97" fmla="*/ 3188443 w 7766407"/>
              <a:gd name="connsiteY97" fmla="*/ 3697797 h 5322018"/>
              <a:gd name="connsiteX98" fmla="*/ 3181853 w 7766407"/>
              <a:gd name="connsiteY98" fmla="*/ 3702869 h 5322018"/>
              <a:gd name="connsiteX99" fmla="*/ 3181526 w 7766407"/>
              <a:gd name="connsiteY99" fmla="*/ 3702803 h 5322018"/>
              <a:gd name="connsiteX100" fmla="*/ 3175672 w 7766407"/>
              <a:gd name="connsiteY100" fmla="*/ 3707933 h 5322018"/>
              <a:gd name="connsiteX101" fmla="*/ 3149098 w 7766407"/>
              <a:gd name="connsiteY101" fmla="*/ 3735473 h 5322018"/>
              <a:gd name="connsiteX102" fmla="*/ 3093676 w 7766407"/>
              <a:gd name="connsiteY102" fmla="*/ 3747916 h 5322018"/>
              <a:gd name="connsiteX103" fmla="*/ 3074500 w 7766407"/>
              <a:gd name="connsiteY103" fmla="*/ 3757479 h 5322018"/>
              <a:gd name="connsiteX104" fmla="*/ 3063387 w 7766407"/>
              <a:gd name="connsiteY104" fmla="*/ 3761557 h 5322018"/>
              <a:gd name="connsiteX105" fmla="*/ 3062129 w 7766407"/>
              <a:gd name="connsiteY105" fmla="*/ 3761145 h 5322018"/>
              <a:gd name="connsiteX106" fmla="*/ 3036739 w 7766407"/>
              <a:gd name="connsiteY106" fmla="*/ 3787643 h 5322018"/>
              <a:gd name="connsiteX107" fmla="*/ 3032052 w 7766407"/>
              <a:gd name="connsiteY107" fmla="*/ 3789608 h 5322018"/>
              <a:gd name="connsiteX108" fmla="*/ 3017184 w 7766407"/>
              <a:gd name="connsiteY108" fmla="*/ 3808868 h 5322018"/>
              <a:gd name="connsiteX109" fmla="*/ 3008605 w 7766407"/>
              <a:gd name="connsiteY109" fmla="*/ 3817755 h 5322018"/>
              <a:gd name="connsiteX110" fmla="*/ 3008033 w 7766407"/>
              <a:gd name="connsiteY110" fmla="*/ 3822453 h 5322018"/>
              <a:gd name="connsiteX111" fmla="*/ 2994428 w 7766407"/>
              <a:gd name="connsiteY111" fmla="*/ 3834466 h 5322018"/>
              <a:gd name="connsiteX112" fmla="*/ 2992169 w 7766407"/>
              <a:gd name="connsiteY112" fmla="*/ 3835021 h 5322018"/>
              <a:gd name="connsiteX113" fmla="*/ 2983549 w 7766407"/>
              <a:gd name="connsiteY113" fmla="*/ 3847993 h 5322018"/>
              <a:gd name="connsiteX114" fmla="*/ 2853933 w 7766407"/>
              <a:gd name="connsiteY114" fmla="*/ 3953133 h 5322018"/>
              <a:gd name="connsiteX115" fmla="*/ 2700319 w 7766407"/>
              <a:gd name="connsiteY115" fmla="*/ 4113764 h 5322018"/>
              <a:gd name="connsiteX116" fmla="*/ 2510176 w 7766407"/>
              <a:gd name="connsiteY116" fmla="*/ 4248057 h 5322018"/>
              <a:gd name="connsiteX117" fmla="*/ 2435589 w 7766407"/>
              <a:gd name="connsiteY117" fmla="*/ 4314608 h 5322018"/>
              <a:gd name="connsiteX118" fmla="*/ 2415553 w 7766407"/>
              <a:gd name="connsiteY118" fmla="*/ 4320982 h 5322018"/>
              <a:gd name="connsiteX119" fmla="*/ 2411954 w 7766407"/>
              <a:gd name="connsiteY119" fmla="*/ 4321914 h 5322018"/>
              <a:gd name="connsiteX120" fmla="*/ 2354125 w 7766407"/>
              <a:gd name="connsiteY120" fmla="*/ 4349531 h 5322018"/>
              <a:gd name="connsiteX121" fmla="*/ 2283738 w 7766407"/>
              <a:gd name="connsiteY121" fmla="*/ 4401913 h 5322018"/>
              <a:gd name="connsiteX122" fmla="*/ 2274639 w 7766407"/>
              <a:gd name="connsiteY122" fmla="*/ 4413265 h 5322018"/>
              <a:gd name="connsiteX123" fmla="*/ 2200361 w 7766407"/>
              <a:gd name="connsiteY123" fmla="*/ 4461969 h 5322018"/>
              <a:gd name="connsiteX124" fmla="*/ 2151385 w 7766407"/>
              <a:gd name="connsiteY124" fmla="*/ 4498639 h 5322018"/>
              <a:gd name="connsiteX125" fmla="*/ 2142612 w 7766407"/>
              <a:gd name="connsiteY125" fmla="*/ 4509639 h 5322018"/>
              <a:gd name="connsiteX126" fmla="*/ 2126867 w 7766407"/>
              <a:gd name="connsiteY126" fmla="*/ 4512135 h 5322018"/>
              <a:gd name="connsiteX127" fmla="*/ 2120592 w 7766407"/>
              <a:gd name="connsiteY127" fmla="*/ 4509890 h 5322018"/>
              <a:gd name="connsiteX128" fmla="*/ 2082302 w 7766407"/>
              <a:gd name="connsiteY128" fmla="*/ 4540317 h 5322018"/>
              <a:gd name="connsiteX129" fmla="*/ 2077252 w 7766407"/>
              <a:gd name="connsiteY129" fmla="*/ 4543206 h 5322018"/>
              <a:gd name="connsiteX130" fmla="*/ 2040915 w 7766407"/>
              <a:gd name="connsiteY130" fmla="*/ 4560268 h 5322018"/>
              <a:gd name="connsiteX131" fmla="*/ 1984507 w 7766407"/>
              <a:gd name="connsiteY131" fmla="*/ 4581220 h 5322018"/>
              <a:gd name="connsiteX132" fmla="*/ 1921726 w 7766407"/>
              <a:gd name="connsiteY132" fmla="*/ 4594994 h 5322018"/>
              <a:gd name="connsiteX133" fmla="*/ 1886796 w 7766407"/>
              <a:gd name="connsiteY133" fmla="*/ 4605417 h 5322018"/>
              <a:gd name="connsiteX134" fmla="*/ 1861080 w 7766407"/>
              <a:gd name="connsiteY134" fmla="*/ 4610008 h 5322018"/>
              <a:gd name="connsiteX135" fmla="*/ 1829217 w 7766407"/>
              <a:gd name="connsiteY135" fmla="*/ 4618611 h 5322018"/>
              <a:gd name="connsiteX136" fmla="*/ 1809298 w 7766407"/>
              <a:gd name="connsiteY136" fmla="*/ 4630561 h 5322018"/>
              <a:gd name="connsiteX137" fmla="*/ 1734333 w 7766407"/>
              <a:gd name="connsiteY137" fmla="*/ 4646342 h 5322018"/>
              <a:gd name="connsiteX138" fmla="*/ 1356409 w 7766407"/>
              <a:gd name="connsiteY138" fmla="*/ 4866278 h 5322018"/>
              <a:gd name="connsiteX139" fmla="*/ 1048676 w 7766407"/>
              <a:gd name="connsiteY139" fmla="*/ 4988133 h 5322018"/>
              <a:gd name="connsiteX140" fmla="*/ 862512 w 7766407"/>
              <a:gd name="connsiteY140" fmla="*/ 5095694 h 5322018"/>
              <a:gd name="connsiteX141" fmla="*/ 861635 w 7766407"/>
              <a:gd name="connsiteY141" fmla="*/ 5094880 h 5322018"/>
              <a:gd name="connsiteX142" fmla="*/ 850724 w 7766407"/>
              <a:gd name="connsiteY142" fmla="*/ 5095804 h 5322018"/>
              <a:gd name="connsiteX143" fmla="*/ 830865 w 7766407"/>
              <a:gd name="connsiteY143" fmla="*/ 5100063 h 5322018"/>
              <a:gd name="connsiteX144" fmla="*/ 779694 w 7766407"/>
              <a:gd name="connsiteY144" fmla="*/ 5096364 h 5322018"/>
              <a:gd name="connsiteX145" fmla="*/ 746322 w 7766407"/>
              <a:gd name="connsiteY145" fmla="*/ 5117315 h 5322018"/>
              <a:gd name="connsiteX146" fmla="*/ 739355 w 7766407"/>
              <a:gd name="connsiteY146" fmla="*/ 5120945 h 5322018"/>
              <a:gd name="connsiteX147" fmla="*/ 739112 w 7766407"/>
              <a:gd name="connsiteY147" fmla="*/ 5120776 h 5322018"/>
              <a:gd name="connsiteX148" fmla="*/ 731553 w 7766407"/>
              <a:gd name="connsiteY148" fmla="*/ 5124122 h 5322018"/>
              <a:gd name="connsiteX149" fmla="*/ 713129 w 7766407"/>
              <a:gd name="connsiteY149" fmla="*/ 5134606 h 5322018"/>
              <a:gd name="connsiteX150" fmla="*/ 707783 w 7766407"/>
              <a:gd name="connsiteY150" fmla="*/ 5135422 h 5322018"/>
              <a:gd name="connsiteX151" fmla="*/ 674773 w 7766407"/>
              <a:gd name="connsiteY151" fmla="*/ 5139365 h 5322018"/>
              <a:gd name="connsiteX152" fmla="*/ 580910 w 7766407"/>
              <a:gd name="connsiteY152" fmla="*/ 5175217 h 5322018"/>
              <a:gd name="connsiteX153" fmla="*/ 0 w 7766407"/>
              <a:gd name="connsiteY153" fmla="*/ 5322018 h 5322018"/>
              <a:gd name="connsiteX154" fmla="*/ 473895 w 7766407"/>
              <a:gd name="connsiteY154" fmla="*/ 0 h 532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7766407" h="5322018">
                <a:moveTo>
                  <a:pt x="473895" y="0"/>
                </a:moveTo>
                <a:lnTo>
                  <a:pt x="7766407" y="649356"/>
                </a:lnTo>
                <a:lnTo>
                  <a:pt x="7754419" y="656832"/>
                </a:lnTo>
                <a:cubicBezTo>
                  <a:pt x="7726474" y="677470"/>
                  <a:pt x="7696788" y="705576"/>
                  <a:pt x="7674875" y="705925"/>
                </a:cubicBezTo>
                <a:cubicBezTo>
                  <a:pt x="7659838" y="692337"/>
                  <a:pt x="7619354" y="711670"/>
                  <a:pt x="7594593" y="715147"/>
                </a:cubicBezTo>
                <a:cubicBezTo>
                  <a:pt x="7553036" y="756392"/>
                  <a:pt x="7553949" y="790366"/>
                  <a:pt x="7522045" y="799587"/>
                </a:cubicBezTo>
                <a:cubicBezTo>
                  <a:pt x="7499833" y="804948"/>
                  <a:pt x="7434970" y="857646"/>
                  <a:pt x="7399327" y="845960"/>
                </a:cubicBezTo>
                <a:cubicBezTo>
                  <a:pt x="7373461" y="881898"/>
                  <a:pt x="7346529" y="865787"/>
                  <a:pt x="7322627" y="887773"/>
                </a:cubicBezTo>
                <a:cubicBezTo>
                  <a:pt x="7261844" y="921968"/>
                  <a:pt x="7241893" y="963214"/>
                  <a:pt x="7151262" y="984886"/>
                </a:cubicBezTo>
                <a:cubicBezTo>
                  <a:pt x="7056829" y="1041135"/>
                  <a:pt x="6851604" y="1071499"/>
                  <a:pt x="6756023" y="1188542"/>
                </a:cubicBezTo>
                <a:cubicBezTo>
                  <a:pt x="6730515" y="1182883"/>
                  <a:pt x="6727803" y="1236044"/>
                  <a:pt x="6712672" y="1246467"/>
                </a:cubicBezTo>
                <a:cubicBezTo>
                  <a:pt x="6700674" y="1241234"/>
                  <a:pt x="6686914" y="1248210"/>
                  <a:pt x="6687440" y="1260662"/>
                </a:cubicBezTo>
                <a:cubicBezTo>
                  <a:pt x="6706387" y="1281105"/>
                  <a:pt x="6637089" y="1291049"/>
                  <a:pt x="6641885" y="1309000"/>
                </a:cubicBezTo>
                <a:cubicBezTo>
                  <a:pt x="6615428" y="1325541"/>
                  <a:pt x="6496868" y="1362901"/>
                  <a:pt x="6489577" y="1398613"/>
                </a:cubicBezTo>
                <a:cubicBezTo>
                  <a:pt x="6438934" y="1437557"/>
                  <a:pt x="6408150" y="1439216"/>
                  <a:pt x="6384287" y="1451239"/>
                </a:cubicBezTo>
                <a:cubicBezTo>
                  <a:pt x="6353231" y="1459670"/>
                  <a:pt x="6322480" y="1490139"/>
                  <a:pt x="6220937" y="1540763"/>
                </a:cubicBezTo>
                <a:cubicBezTo>
                  <a:pt x="6204693" y="1542635"/>
                  <a:pt x="6108072" y="1588639"/>
                  <a:pt x="6109958" y="1601219"/>
                </a:cubicBezTo>
                <a:cubicBezTo>
                  <a:pt x="6078993" y="1617872"/>
                  <a:pt x="6044057" y="1672908"/>
                  <a:pt x="6014458" y="1670184"/>
                </a:cubicBezTo>
                <a:cubicBezTo>
                  <a:pt x="5969352" y="1710290"/>
                  <a:pt x="5873335" y="1807008"/>
                  <a:pt x="5839315" y="1841855"/>
                </a:cubicBezTo>
                <a:cubicBezTo>
                  <a:pt x="5814714" y="1859136"/>
                  <a:pt x="5823315" y="1888532"/>
                  <a:pt x="5810333" y="1879264"/>
                </a:cubicBezTo>
                <a:cubicBezTo>
                  <a:pt x="5809847" y="1889703"/>
                  <a:pt x="5804854" y="1897596"/>
                  <a:pt x="5796856" y="1903903"/>
                </a:cubicBezTo>
                <a:lnTo>
                  <a:pt x="5776991" y="1913445"/>
                </a:lnTo>
                <a:lnTo>
                  <a:pt x="5768324" y="1930187"/>
                </a:lnTo>
                <a:cubicBezTo>
                  <a:pt x="5763604" y="1934681"/>
                  <a:pt x="5756862" y="1937046"/>
                  <a:pt x="5746715" y="1935728"/>
                </a:cubicBezTo>
                <a:cubicBezTo>
                  <a:pt x="5742675" y="1938108"/>
                  <a:pt x="5736889" y="1941888"/>
                  <a:pt x="5730244" y="1946380"/>
                </a:cubicBezTo>
                <a:lnTo>
                  <a:pt x="5551772" y="2005270"/>
                </a:lnTo>
                <a:cubicBezTo>
                  <a:pt x="5468669" y="2047436"/>
                  <a:pt x="5320429" y="2119450"/>
                  <a:pt x="5246617" y="2162655"/>
                </a:cubicBezTo>
                <a:lnTo>
                  <a:pt x="5108893" y="2264498"/>
                </a:lnTo>
                <a:lnTo>
                  <a:pt x="4972149" y="2387894"/>
                </a:lnTo>
                <a:cubicBezTo>
                  <a:pt x="4958199" y="2397068"/>
                  <a:pt x="4944146" y="2406292"/>
                  <a:pt x="4933888" y="2412305"/>
                </a:cubicBezTo>
                <a:cubicBezTo>
                  <a:pt x="4926031" y="2437683"/>
                  <a:pt x="4906397" y="2420081"/>
                  <a:pt x="4886680" y="2435959"/>
                </a:cubicBezTo>
                <a:cubicBezTo>
                  <a:pt x="4879505" y="2447520"/>
                  <a:pt x="4872446" y="2452218"/>
                  <a:pt x="4858349" y="2449951"/>
                </a:cubicBezTo>
                <a:cubicBezTo>
                  <a:pt x="4826189" y="2504934"/>
                  <a:pt x="4829559" y="2465158"/>
                  <a:pt x="4790282" y="2498841"/>
                </a:cubicBezTo>
                <a:cubicBezTo>
                  <a:pt x="4757654" y="2530220"/>
                  <a:pt x="4717406" y="2559468"/>
                  <a:pt x="4695421" y="2608329"/>
                </a:cubicBezTo>
                <a:cubicBezTo>
                  <a:pt x="4692985" y="2620404"/>
                  <a:pt x="4673890" y="2621247"/>
                  <a:pt x="4660953" y="2633640"/>
                </a:cubicBezTo>
                <a:cubicBezTo>
                  <a:pt x="4648016" y="2646033"/>
                  <a:pt x="4637843" y="2667289"/>
                  <a:pt x="4617793" y="2682689"/>
                </a:cubicBezTo>
                <a:cubicBezTo>
                  <a:pt x="4582940" y="2707208"/>
                  <a:pt x="4543392" y="2708552"/>
                  <a:pt x="4540653" y="2726039"/>
                </a:cubicBezTo>
                <a:cubicBezTo>
                  <a:pt x="4520518" y="2734895"/>
                  <a:pt x="4484610" y="2733666"/>
                  <a:pt x="4478244" y="2754222"/>
                </a:cubicBezTo>
                <a:cubicBezTo>
                  <a:pt x="4469356" y="2744308"/>
                  <a:pt x="4460963" y="2773581"/>
                  <a:pt x="4445069" y="2771978"/>
                </a:cubicBezTo>
                <a:cubicBezTo>
                  <a:pt x="4433079" y="2769658"/>
                  <a:pt x="4427736" y="2777998"/>
                  <a:pt x="4418912" y="2782732"/>
                </a:cubicBezTo>
                <a:cubicBezTo>
                  <a:pt x="4404355" y="2783300"/>
                  <a:pt x="4370000" y="2810533"/>
                  <a:pt x="4363178" y="2821763"/>
                </a:cubicBezTo>
                <a:cubicBezTo>
                  <a:pt x="4350513" y="2855639"/>
                  <a:pt x="4286603" y="2864646"/>
                  <a:pt x="4275326" y="2891335"/>
                </a:cubicBezTo>
                <a:cubicBezTo>
                  <a:pt x="4269304" y="2897284"/>
                  <a:pt x="4262661" y="2901653"/>
                  <a:pt x="4255667" y="2905018"/>
                </a:cubicBezTo>
                <a:lnTo>
                  <a:pt x="4234983" y="2912298"/>
                </a:lnTo>
                <a:lnTo>
                  <a:pt x="4226882" y="2910079"/>
                </a:lnTo>
                <a:lnTo>
                  <a:pt x="4215462" y="2916885"/>
                </a:lnTo>
                <a:lnTo>
                  <a:pt x="4211632" y="2917760"/>
                </a:lnTo>
                <a:lnTo>
                  <a:pt x="4190465" y="2923708"/>
                </a:lnTo>
                <a:cubicBezTo>
                  <a:pt x="4211448" y="2943977"/>
                  <a:pt x="4137000" y="2948398"/>
                  <a:pt x="4164947" y="2959675"/>
                </a:cubicBezTo>
                <a:cubicBezTo>
                  <a:pt x="4131823" y="2976992"/>
                  <a:pt x="4167115" y="2983181"/>
                  <a:pt x="4117371" y="2984784"/>
                </a:cubicBezTo>
                <a:cubicBezTo>
                  <a:pt x="4074961" y="3029115"/>
                  <a:pt x="3930684" y="3042351"/>
                  <a:pt x="3904979" y="3091607"/>
                </a:cubicBezTo>
                <a:cubicBezTo>
                  <a:pt x="3848569" y="3136734"/>
                  <a:pt x="3808307" y="3221571"/>
                  <a:pt x="3778911" y="3255548"/>
                </a:cubicBezTo>
                <a:lnTo>
                  <a:pt x="3728606" y="3295465"/>
                </a:lnTo>
                <a:lnTo>
                  <a:pt x="3718668" y="3304992"/>
                </a:lnTo>
                <a:lnTo>
                  <a:pt x="3717842" y="3305447"/>
                </a:lnTo>
                <a:lnTo>
                  <a:pt x="3718578" y="3308616"/>
                </a:lnTo>
                <a:lnTo>
                  <a:pt x="3712398" y="3318359"/>
                </a:lnTo>
                <a:lnTo>
                  <a:pt x="3702979" y="3338545"/>
                </a:lnTo>
                <a:lnTo>
                  <a:pt x="3698626" y="3341390"/>
                </a:lnTo>
                <a:lnTo>
                  <a:pt x="3680384" y="3370390"/>
                </a:lnTo>
                <a:lnTo>
                  <a:pt x="3678906" y="3370346"/>
                </a:lnTo>
                <a:cubicBezTo>
                  <a:pt x="3675169" y="3370915"/>
                  <a:pt x="3671627" y="3372581"/>
                  <a:pt x="3668393" y="3376590"/>
                </a:cubicBezTo>
                <a:cubicBezTo>
                  <a:pt x="3665128" y="3373435"/>
                  <a:pt x="3662941" y="3371857"/>
                  <a:pt x="3661364" y="3371467"/>
                </a:cubicBezTo>
                <a:lnTo>
                  <a:pt x="3658334" y="3373274"/>
                </a:lnTo>
                <a:lnTo>
                  <a:pt x="3657792" y="3373950"/>
                </a:lnTo>
                <a:lnTo>
                  <a:pt x="3651105" y="3389533"/>
                </a:lnTo>
                <a:lnTo>
                  <a:pt x="3648132" y="3388884"/>
                </a:lnTo>
                <a:lnTo>
                  <a:pt x="3643801" y="3396002"/>
                </a:lnTo>
                <a:lnTo>
                  <a:pt x="3639159" y="3398369"/>
                </a:lnTo>
                <a:lnTo>
                  <a:pt x="3617811" y="3425254"/>
                </a:lnTo>
                <a:lnTo>
                  <a:pt x="3616346" y="3425054"/>
                </a:lnTo>
                <a:cubicBezTo>
                  <a:pt x="3612568" y="3425220"/>
                  <a:pt x="3608861" y="3426500"/>
                  <a:pt x="3605202" y="3430140"/>
                </a:cubicBezTo>
                <a:cubicBezTo>
                  <a:pt x="3593624" y="3416203"/>
                  <a:pt x="3596350" y="3429196"/>
                  <a:pt x="3586582" y="3441167"/>
                </a:cubicBezTo>
                <a:lnTo>
                  <a:pt x="3580103" y="3439005"/>
                </a:lnTo>
                <a:lnTo>
                  <a:pt x="3576872" y="3444094"/>
                </a:lnTo>
                <a:lnTo>
                  <a:pt x="3572338" y="3449943"/>
                </a:lnTo>
                <a:lnTo>
                  <a:pt x="3571965" y="3449964"/>
                </a:lnTo>
                <a:cubicBezTo>
                  <a:pt x="3570381" y="3451036"/>
                  <a:pt x="3568666" y="3452883"/>
                  <a:pt x="3566623" y="3455947"/>
                </a:cubicBezTo>
                <a:lnTo>
                  <a:pt x="3564070" y="3460601"/>
                </a:lnTo>
                <a:lnTo>
                  <a:pt x="3526726" y="3463163"/>
                </a:lnTo>
                <a:lnTo>
                  <a:pt x="3525139" y="3464518"/>
                </a:lnTo>
                <a:lnTo>
                  <a:pt x="3506741" y="3487501"/>
                </a:lnTo>
                <a:lnTo>
                  <a:pt x="3501585" y="3492832"/>
                </a:lnTo>
                <a:lnTo>
                  <a:pt x="3501212" y="3492813"/>
                </a:lnTo>
                <a:cubicBezTo>
                  <a:pt x="3499519" y="3493712"/>
                  <a:pt x="3497607" y="3495365"/>
                  <a:pt x="3495239" y="3498192"/>
                </a:cubicBezTo>
                <a:lnTo>
                  <a:pt x="3492183" y="3502548"/>
                </a:lnTo>
                <a:lnTo>
                  <a:pt x="3476697" y="3501956"/>
                </a:lnTo>
                <a:lnTo>
                  <a:pt x="3469187" y="3506574"/>
                </a:lnTo>
                <a:cubicBezTo>
                  <a:pt x="3445645" y="3518609"/>
                  <a:pt x="3423473" y="3525406"/>
                  <a:pt x="3408103" y="3549813"/>
                </a:cubicBezTo>
                <a:cubicBezTo>
                  <a:pt x="3378281" y="3572305"/>
                  <a:pt x="3347536" y="3585981"/>
                  <a:pt x="3326209" y="3609630"/>
                </a:cubicBezTo>
                <a:cubicBezTo>
                  <a:pt x="3312029" y="3612732"/>
                  <a:pt x="3300832" y="3618217"/>
                  <a:pt x="3297595" y="3632513"/>
                </a:cubicBezTo>
                <a:cubicBezTo>
                  <a:pt x="3268034" y="3651465"/>
                  <a:pt x="3252747" y="3646464"/>
                  <a:pt x="3242015" y="3667904"/>
                </a:cubicBezTo>
                <a:cubicBezTo>
                  <a:pt x="3212592" y="3663443"/>
                  <a:pt x="3216999" y="3670428"/>
                  <a:pt x="3213720" y="3680766"/>
                </a:cubicBezTo>
                <a:lnTo>
                  <a:pt x="3212968" y="3681905"/>
                </a:lnTo>
                <a:lnTo>
                  <a:pt x="3208857" y="3681194"/>
                </a:lnTo>
                <a:lnTo>
                  <a:pt x="3203557" y="3683492"/>
                </a:lnTo>
                <a:lnTo>
                  <a:pt x="3192199" y="3693448"/>
                </a:lnTo>
                <a:lnTo>
                  <a:pt x="3188443" y="3697797"/>
                </a:lnTo>
                <a:cubicBezTo>
                  <a:pt x="3185664" y="3700566"/>
                  <a:pt x="3183571" y="3702117"/>
                  <a:pt x="3181853" y="3702869"/>
                </a:cubicBezTo>
                <a:lnTo>
                  <a:pt x="3181526" y="3702803"/>
                </a:lnTo>
                <a:lnTo>
                  <a:pt x="3175672" y="3707933"/>
                </a:lnTo>
                <a:cubicBezTo>
                  <a:pt x="3166167" y="3717032"/>
                  <a:pt x="3157275" y="3726303"/>
                  <a:pt x="3149098" y="3735473"/>
                </a:cubicBezTo>
                <a:cubicBezTo>
                  <a:pt x="3131805" y="3730982"/>
                  <a:pt x="3107037" y="3771274"/>
                  <a:pt x="3093676" y="3747916"/>
                </a:cubicBezTo>
                <a:cubicBezTo>
                  <a:pt x="3082134" y="3759681"/>
                  <a:pt x="3081445" y="3774208"/>
                  <a:pt x="3074500" y="3757479"/>
                </a:cubicBezTo>
                <a:cubicBezTo>
                  <a:pt x="3070379" y="3760967"/>
                  <a:pt x="3066780" y="3761874"/>
                  <a:pt x="3063387" y="3761557"/>
                </a:cubicBezTo>
                <a:lnTo>
                  <a:pt x="3062129" y="3761145"/>
                </a:lnTo>
                <a:lnTo>
                  <a:pt x="3036739" y="3787643"/>
                </a:lnTo>
                <a:lnTo>
                  <a:pt x="3032052" y="3789608"/>
                </a:lnTo>
                <a:lnTo>
                  <a:pt x="3017184" y="3808868"/>
                </a:lnTo>
                <a:lnTo>
                  <a:pt x="3008605" y="3817755"/>
                </a:lnTo>
                <a:cubicBezTo>
                  <a:pt x="3008414" y="3819321"/>
                  <a:pt x="3008224" y="3820887"/>
                  <a:pt x="3008033" y="3822453"/>
                </a:cubicBezTo>
                <a:cubicBezTo>
                  <a:pt x="3006391" y="3826310"/>
                  <a:pt x="3002705" y="3830278"/>
                  <a:pt x="2994428" y="3834466"/>
                </a:cubicBezTo>
                <a:lnTo>
                  <a:pt x="2992169" y="3835021"/>
                </a:lnTo>
                <a:lnTo>
                  <a:pt x="2983549" y="3847993"/>
                </a:lnTo>
                <a:cubicBezTo>
                  <a:pt x="2960510" y="3867678"/>
                  <a:pt x="2901138" y="3908837"/>
                  <a:pt x="2853933" y="3953133"/>
                </a:cubicBezTo>
                <a:cubicBezTo>
                  <a:pt x="2808033" y="3994677"/>
                  <a:pt x="2713619" y="4093809"/>
                  <a:pt x="2700319" y="4113764"/>
                </a:cubicBezTo>
                <a:cubicBezTo>
                  <a:pt x="2643027" y="4162918"/>
                  <a:pt x="2554297" y="4214583"/>
                  <a:pt x="2510176" y="4248057"/>
                </a:cubicBezTo>
                <a:cubicBezTo>
                  <a:pt x="2480008" y="4274910"/>
                  <a:pt x="2451360" y="4302454"/>
                  <a:pt x="2435589" y="4314608"/>
                </a:cubicBezTo>
                <a:cubicBezTo>
                  <a:pt x="2429170" y="4317312"/>
                  <a:pt x="2422437" y="4319228"/>
                  <a:pt x="2415553" y="4320982"/>
                </a:cubicBezTo>
                <a:lnTo>
                  <a:pt x="2411954" y="4321914"/>
                </a:lnTo>
                <a:lnTo>
                  <a:pt x="2354125" y="4349531"/>
                </a:lnTo>
                <a:cubicBezTo>
                  <a:pt x="2343772" y="4371461"/>
                  <a:pt x="2307824" y="4382236"/>
                  <a:pt x="2283738" y="4401913"/>
                </a:cubicBezTo>
                <a:lnTo>
                  <a:pt x="2274639" y="4413265"/>
                </a:lnTo>
                <a:lnTo>
                  <a:pt x="2200361" y="4461969"/>
                </a:lnTo>
                <a:lnTo>
                  <a:pt x="2151385" y="4498639"/>
                </a:lnTo>
                <a:lnTo>
                  <a:pt x="2142612" y="4509639"/>
                </a:lnTo>
                <a:lnTo>
                  <a:pt x="2126867" y="4512135"/>
                </a:lnTo>
                <a:cubicBezTo>
                  <a:pt x="2124531" y="4511693"/>
                  <a:pt x="2122418" y="4510934"/>
                  <a:pt x="2120592" y="4509890"/>
                </a:cubicBezTo>
                <a:lnTo>
                  <a:pt x="2082302" y="4540317"/>
                </a:lnTo>
                <a:lnTo>
                  <a:pt x="2077252" y="4543206"/>
                </a:lnTo>
                <a:lnTo>
                  <a:pt x="2040915" y="4560268"/>
                </a:lnTo>
                <a:lnTo>
                  <a:pt x="1984507" y="4581220"/>
                </a:lnTo>
                <a:cubicBezTo>
                  <a:pt x="1964384" y="4585398"/>
                  <a:pt x="1938044" y="4573840"/>
                  <a:pt x="1921726" y="4594994"/>
                </a:cubicBezTo>
                <a:cubicBezTo>
                  <a:pt x="1920592" y="4581396"/>
                  <a:pt x="1897862" y="4611715"/>
                  <a:pt x="1886796" y="4605417"/>
                </a:cubicBezTo>
                <a:cubicBezTo>
                  <a:pt x="1879070" y="4599422"/>
                  <a:pt x="1870376" y="4607222"/>
                  <a:pt x="1861080" y="4610008"/>
                </a:cubicBezTo>
                <a:cubicBezTo>
                  <a:pt x="1855441" y="4608259"/>
                  <a:pt x="1842338" y="4612554"/>
                  <a:pt x="1829217" y="4618611"/>
                </a:cubicBezTo>
                <a:lnTo>
                  <a:pt x="1809298" y="4630561"/>
                </a:lnTo>
                <a:lnTo>
                  <a:pt x="1734333" y="4646342"/>
                </a:lnTo>
                <a:cubicBezTo>
                  <a:pt x="1653444" y="4693579"/>
                  <a:pt x="1470685" y="4809313"/>
                  <a:pt x="1356409" y="4866278"/>
                </a:cubicBezTo>
                <a:cubicBezTo>
                  <a:pt x="1242133" y="4923243"/>
                  <a:pt x="1130993" y="4949897"/>
                  <a:pt x="1048676" y="4988133"/>
                </a:cubicBezTo>
                <a:lnTo>
                  <a:pt x="862512" y="5095694"/>
                </a:lnTo>
                <a:lnTo>
                  <a:pt x="861635" y="5094880"/>
                </a:lnTo>
                <a:cubicBezTo>
                  <a:pt x="858943" y="5093517"/>
                  <a:pt x="855583" y="5093379"/>
                  <a:pt x="850724" y="5095804"/>
                </a:cubicBezTo>
                <a:cubicBezTo>
                  <a:pt x="851804" y="5076077"/>
                  <a:pt x="845283" y="5091169"/>
                  <a:pt x="830865" y="5100063"/>
                </a:cubicBezTo>
                <a:cubicBezTo>
                  <a:pt x="829326" y="5071407"/>
                  <a:pt x="792234" y="5106340"/>
                  <a:pt x="779694" y="5096364"/>
                </a:cubicBezTo>
                <a:cubicBezTo>
                  <a:pt x="769141" y="5103544"/>
                  <a:pt x="757951" y="5110614"/>
                  <a:pt x="746322" y="5117315"/>
                </a:cubicBezTo>
                <a:lnTo>
                  <a:pt x="739355" y="5120945"/>
                </a:lnTo>
                <a:cubicBezTo>
                  <a:pt x="739274" y="5120887"/>
                  <a:pt x="739192" y="5120831"/>
                  <a:pt x="739112" y="5120776"/>
                </a:cubicBezTo>
                <a:cubicBezTo>
                  <a:pt x="737374" y="5121048"/>
                  <a:pt x="734997" y="5122048"/>
                  <a:pt x="731553" y="5124122"/>
                </a:cubicBezTo>
                <a:lnTo>
                  <a:pt x="713129" y="5134606"/>
                </a:lnTo>
                <a:lnTo>
                  <a:pt x="707783" y="5135422"/>
                </a:lnTo>
                <a:lnTo>
                  <a:pt x="674773" y="5139365"/>
                </a:lnTo>
                <a:cubicBezTo>
                  <a:pt x="654149" y="5146330"/>
                  <a:pt x="611984" y="5162878"/>
                  <a:pt x="580910" y="5175217"/>
                </a:cubicBezTo>
                <a:lnTo>
                  <a:pt x="0" y="5322018"/>
                </a:lnTo>
                <a:lnTo>
                  <a:pt x="47389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4E3CD-0742-4E88-5A79-50DA59A9B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416" y="2496709"/>
            <a:ext cx="6297433" cy="375766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000" b="1" dirty="0"/>
              <a:t>Thank You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4019964313"/>
      </p:ext>
    </p:extLst>
  </p:cSld>
  <p:clrMapOvr>
    <a:masterClrMapping/>
  </p:clrMapOvr>
</p:sld>
</file>

<file path=ppt/theme/theme1.xml><?xml version="1.0" encoding="utf-8"?>
<a:theme xmlns:a="http://schemas.openxmlformats.org/drawingml/2006/main" name="ArchiveVTI">
  <a:themeElements>
    <a:clrScheme name="Archive">
      <a:dk1>
        <a:sysClr val="windowText" lastClr="000000"/>
      </a:dk1>
      <a:lt1>
        <a:sysClr val="window" lastClr="FFFFFF"/>
      </a:lt1>
      <a:dk2>
        <a:srgbClr val="353B3D"/>
      </a:dk2>
      <a:lt2>
        <a:srgbClr val="EEECEA"/>
      </a:lt2>
      <a:accent1>
        <a:srgbClr val="A65E5E"/>
      </a:accent1>
      <a:accent2>
        <a:srgbClr val="9D6053"/>
      </a:accent2>
      <a:accent3>
        <a:srgbClr val="968274"/>
      </a:accent3>
      <a:accent4>
        <a:srgbClr val="878079"/>
      </a:accent4>
      <a:accent5>
        <a:srgbClr val="6C737A"/>
      </a:accent5>
      <a:accent6>
        <a:srgbClr val="697777"/>
      </a:accent6>
      <a:hlink>
        <a:srgbClr val="A25872"/>
      </a:hlink>
      <a:folHlink>
        <a:srgbClr val="667A7E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900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Bembo</vt:lpstr>
      <vt:lpstr>Wingdings</vt:lpstr>
      <vt:lpstr>ArchiveVTI</vt:lpstr>
      <vt:lpstr>Blinkit</vt:lpstr>
      <vt:lpstr>Blinkit Performance Dashboard (Power BI) </vt:lpstr>
      <vt:lpstr>introduction</vt:lpstr>
      <vt:lpstr>Tools &amp; Technologies Used </vt:lpstr>
      <vt:lpstr>Executive Summary  </vt:lpstr>
      <vt:lpstr>Outlet Establishment &amp; Sales Evolution</vt:lpstr>
      <vt:lpstr>Inventory &amp; Fat Content Breakdown</vt:lpstr>
      <vt:lpstr> Inventory Volume by Item Type </vt:lpstr>
      <vt:lpstr>Sales Contribution by Size and Location</vt:lpstr>
      <vt:lpstr>Performance Matrix by Store Format</vt:lpstr>
      <vt:lpstr>PowerPoint Presentation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Tharigonda Reddy Lakshmi</dc:creator>
  <cp:lastModifiedBy>Tharigonda Reddy Lakshmi</cp:lastModifiedBy>
  <cp:revision>6</cp:revision>
  <dcterms:created xsi:type="dcterms:W3CDTF">2026-07-20T08:44:50Z</dcterms:created>
  <dcterms:modified xsi:type="dcterms:W3CDTF">2026-07-22T12:07:02Z</dcterms:modified>
</cp:coreProperties>
</file>